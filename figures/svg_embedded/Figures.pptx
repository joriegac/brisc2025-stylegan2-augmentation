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</p:sldIdLst>
  <p:sldSz cx="9601200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1788B6-3392-4A38-92B9-E2B26EDE171A}" v="264" dt="2026-05-15T20:57:54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4" autoAdjust="0"/>
    <p:restoredTop sz="94660"/>
  </p:normalViewPr>
  <p:slideViewPr>
    <p:cSldViewPr snapToGrid="0">
      <p:cViewPr>
        <p:scale>
          <a:sx n="75" d="100"/>
          <a:sy n="75" d="100"/>
        </p:scale>
        <p:origin x="41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Noriega" userId="cb1ae4245c053ff1" providerId="LiveId" clId="{C1F2E7E5-80A1-4665-983B-B83B8534058D}"/>
    <pc:docChg chg="undo custSel addSld delSld modSld">
      <pc:chgData name="José Noriega" userId="cb1ae4245c053ff1" providerId="LiveId" clId="{C1F2E7E5-80A1-4665-983B-B83B8534058D}" dt="2026-05-20T02:33:13.305" v="4210" actId="688"/>
      <pc:docMkLst>
        <pc:docMk/>
      </pc:docMkLst>
      <pc:sldChg chg="addSp delSp modSp mod setBg">
        <pc:chgData name="José Noriega" userId="cb1ae4245c053ff1" providerId="LiveId" clId="{C1F2E7E5-80A1-4665-983B-B83B8534058D}" dt="2026-05-20T02:33:13.305" v="4210" actId="688"/>
        <pc:sldMkLst>
          <pc:docMk/>
          <pc:sldMk cId="14883848" sldId="256"/>
        </pc:sldMkLst>
        <pc:spChg chg="mod">
          <ac:chgData name="José Noriega" userId="cb1ae4245c053ff1" providerId="LiveId" clId="{C1F2E7E5-80A1-4665-983B-B83B8534058D}" dt="2026-05-15T15:48:01.708" v="325" actId="165"/>
          <ac:spMkLst>
            <pc:docMk/>
            <pc:sldMk cId="14883848" sldId="256"/>
            <ac:spMk id="13" creationId="{F49A2CC7-19C9-F3D7-8D25-D95FD18E7B34}"/>
          </ac:spMkLst>
        </pc:spChg>
        <pc:spChg chg="mod">
          <ac:chgData name="José Noriega" userId="cb1ae4245c053ff1" providerId="LiveId" clId="{C1F2E7E5-80A1-4665-983B-B83B8534058D}" dt="2026-05-15T20:01:56.533" v="2426" actId="206"/>
          <ac:spMkLst>
            <pc:docMk/>
            <pc:sldMk cId="14883848" sldId="256"/>
            <ac:spMk id="14" creationId="{C8154C92-01DD-E4C3-8EC5-AD78EFF4B44A}"/>
          </ac:spMkLst>
        </pc:spChg>
        <pc:spChg chg="mod">
          <ac:chgData name="José Noriega" userId="cb1ae4245c053ff1" providerId="LiveId" clId="{C1F2E7E5-80A1-4665-983B-B83B8534058D}" dt="2026-05-15T15:48:01.708" v="325" actId="165"/>
          <ac:spMkLst>
            <pc:docMk/>
            <pc:sldMk cId="14883848" sldId="256"/>
            <ac:spMk id="19" creationId="{BEB84EAF-6930-3076-28C7-72A97472C5E0}"/>
          </ac:spMkLst>
        </pc:spChg>
        <pc:spChg chg="mod">
          <ac:chgData name="José Noriega" userId="cb1ae4245c053ff1" providerId="LiveId" clId="{C1F2E7E5-80A1-4665-983B-B83B8534058D}" dt="2026-05-15T20:01:56.533" v="2426" actId="206"/>
          <ac:spMkLst>
            <pc:docMk/>
            <pc:sldMk cId="14883848" sldId="256"/>
            <ac:spMk id="27" creationId="{4700387B-72D7-1F25-07A4-95B2E5A2365A}"/>
          </ac:spMkLst>
        </pc:spChg>
        <pc:spChg chg="mod">
          <ac:chgData name="José Noriega" userId="cb1ae4245c053ff1" providerId="LiveId" clId="{C1F2E7E5-80A1-4665-983B-B83B8534058D}" dt="2026-05-15T15:48:01.708" v="325" actId="165"/>
          <ac:spMkLst>
            <pc:docMk/>
            <pc:sldMk cId="14883848" sldId="256"/>
            <ac:spMk id="37" creationId="{6E1C98B8-D4A0-DFAD-7456-C104015BA275}"/>
          </ac:spMkLst>
        </pc:spChg>
        <pc:spChg chg="mod">
          <ac:chgData name="José Noriega" userId="cb1ae4245c053ff1" providerId="LiveId" clId="{C1F2E7E5-80A1-4665-983B-B83B8534058D}" dt="2026-05-15T15:46:22.983" v="311" actId="2711"/>
          <ac:spMkLst>
            <pc:docMk/>
            <pc:sldMk cId="14883848" sldId="256"/>
            <ac:spMk id="138" creationId="{1ABA36EB-4CEA-CFA4-1E48-ED5A4DA2AC14}"/>
          </ac:spMkLst>
        </pc:spChg>
        <pc:spChg chg="mod">
          <ac:chgData name="José Noriega" userId="cb1ae4245c053ff1" providerId="LiveId" clId="{C1F2E7E5-80A1-4665-983B-B83B8534058D}" dt="2026-05-15T20:01:56.533" v="2426" actId="206"/>
          <ac:spMkLst>
            <pc:docMk/>
            <pc:sldMk cId="14883848" sldId="256"/>
            <ac:spMk id="158" creationId="{6583EC17-626E-8AC7-B7E3-1E60CF20C2ED}"/>
          </ac:spMkLst>
        </pc:spChg>
        <pc:spChg chg="mod">
          <ac:chgData name="José Noriega" userId="cb1ae4245c053ff1" providerId="LiveId" clId="{C1F2E7E5-80A1-4665-983B-B83B8534058D}" dt="2026-05-15T08:29:08.935" v="96" actId="164"/>
          <ac:spMkLst>
            <pc:docMk/>
            <pc:sldMk cId="14883848" sldId="256"/>
            <ac:spMk id="169" creationId="{0E1E450D-5EA0-84C8-2DFA-637798B38E24}"/>
          </ac:spMkLst>
        </pc:spChg>
        <pc:spChg chg="mod">
          <ac:chgData name="José Noriega" userId="cb1ae4245c053ff1" providerId="LiveId" clId="{C1F2E7E5-80A1-4665-983B-B83B8534058D}" dt="2026-05-15T15:48:01.708" v="325" actId="165"/>
          <ac:spMkLst>
            <pc:docMk/>
            <pc:sldMk cId="14883848" sldId="256"/>
            <ac:spMk id="171" creationId="{83ED5956-0869-8412-9CE4-115C14BA30BE}"/>
          </ac:spMkLst>
        </pc:spChg>
        <pc:spChg chg="mod">
          <ac:chgData name="José Noriega" userId="cb1ae4245c053ff1" providerId="LiveId" clId="{C1F2E7E5-80A1-4665-983B-B83B8534058D}" dt="2026-05-15T20:01:56.533" v="2426" actId="206"/>
          <ac:spMkLst>
            <pc:docMk/>
            <pc:sldMk cId="14883848" sldId="256"/>
            <ac:spMk id="190" creationId="{77E42D03-6AF6-1411-B8EB-370871A0C432}"/>
          </ac:spMkLst>
        </pc:spChg>
        <pc:spChg chg="mod">
          <ac:chgData name="José Noriega" userId="cb1ae4245c053ff1" providerId="LiveId" clId="{C1F2E7E5-80A1-4665-983B-B83B8534058D}" dt="2026-05-15T16:15:55.469" v="1066" actId="164"/>
          <ac:spMkLst>
            <pc:docMk/>
            <pc:sldMk cId="14883848" sldId="256"/>
            <ac:spMk id="211" creationId="{C39A10B9-4AE6-BC38-F9C5-D809EEFEF1BE}"/>
          </ac:spMkLst>
        </pc:spChg>
        <pc:spChg chg="mod">
          <ac:chgData name="José Noriega" userId="cb1ae4245c053ff1" providerId="LiveId" clId="{C1F2E7E5-80A1-4665-983B-B83B8534058D}" dt="2026-05-15T08:29:08.935" v="96" actId="164"/>
          <ac:spMkLst>
            <pc:docMk/>
            <pc:sldMk cId="14883848" sldId="256"/>
            <ac:spMk id="223" creationId="{9D0820C5-EBD1-797E-4365-783C781766C8}"/>
          </ac:spMkLst>
        </pc:spChg>
        <pc:spChg chg="mod">
          <ac:chgData name="José Noriega" userId="cb1ae4245c053ff1" providerId="LiveId" clId="{C1F2E7E5-80A1-4665-983B-B83B8534058D}" dt="2026-05-15T20:01:56.533" v="2426" actId="206"/>
          <ac:spMkLst>
            <pc:docMk/>
            <pc:sldMk cId="14883848" sldId="256"/>
            <ac:spMk id="230" creationId="{D48E2BAF-8C27-F935-836D-989826D1318E}"/>
          </ac:spMkLst>
        </pc:spChg>
        <pc:spChg chg="mod topLvl">
          <ac:chgData name="José Noriega" userId="cb1ae4245c053ff1" providerId="LiveId" clId="{C1F2E7E5-80A1-4665-983B-B83B8534058D}" dt="2026-05-15T15:48:01.708" v="325" actId="165"/>
          <ac:spMkLst>
            <pc:docMk/>
            <pc:sldMk cId="14883848" sldId="256"/>
            <ac:spMk id="247" creationId="{98DD3FC5-F9BA-79F0-BBEC-AAEFAB1C0752}"/>
          </ac:spMkLst>
        </pc:spChg>
        <pc:spChg chg="mod">
          <ac:chgData name="José Noriega" userId="cb1ae4245c053ff1" providerId="LiveId" clId="{C1F2E7E5-80A1-4665-983B-B83B8534058D}" dt="2026-05-15T16:22:01.630" v="1077" actId="692"/>
          <ac:spMkLst>
            <pc:docMk/>
            <pc:sldMk cId="14883848" sldId="256"/>
            <ac:spMk id="313" creationId="{0C74BA0A-3C8B-DEFC-4063-C0CE7543C191}"/>
          </ac:spMkLst>
        </pc:spChg>
        <pc:spChg chg="mod">
          <ac:chgData name="José Noriega" userId="cb1ae4245c053ff1" providerId="LiveId" clId="{C1F2E7E5-80A1-4665-983B-B83B8534058D}" dt="2026-05-15T16:22:01.630" v="1077" actId="692"/>
          <ac:spMkLst>
            <pc:docMk/>
            <pc:sldMk cId="14883848" sldId="256"/>
            <ac:spMk id="314" creationId="{F449A067-F3CE-7E28-F2AE-008F35FCD14B}"/>
          </ac:spMkLst>
        </pc:spChg>
        <pc:spChg chg="mod">
          <ac:chgData name="José Noriega" userId="cb1ae4245c053ff1" providerId="LiveId" clId="{C1F2E7E5-80A1-4665-983B-B83B8534058D}" dt="2026-05-15T16:22:01.630" v="1077" actId="692"/>
          <ac:spMkLst>
            <pc:docMk/>
            <pc:sldMk cId="14883848" sldId="256"/>
            <ac:spMk id="315" creationId="{AEDB7ECE-5E50-EF0D-2BB4-250962F08568}"/>
          </ac:spMkLst>
        </pc:spChg>
        <pc:spChg chg="mod">
          <ac:chgData name="José Noriega" userId="cb1ae4245c053ff1" providerId="LiveId" clId="{C1F2E7E5-80A1-4665-983B-B83B8534058D}" dt="2026-05-15T16:22:01.630" v="1077" actId="692"/>
          <ac:spMkLst>
            <pc:docMk/>
            <pc:sldMk cId="14883848" sldId="256"/>
            <ac:spMk id="316" creationId="{BE1A0188-0BD3-5308-24D4-80AF403B2DB8}"/>
          </ac:spMkLst>
        </pc:spChg>
        <pc:spChg chg="mod">
          <ac:chgData name="José Noriega" userId="cb1ae4245c053ff1" providerId="LiveId" clId="{C1F2E7E5-80A1-4665-983B-B83B8534058D}" dt="2026-05-15T16:22:01.630" v="1077" actId="692"/>
          <ac:spMkLst>
            <pc:docMk/>
            <pc:sldMk cId="14883848" sldId="256"/>
            <ac:spMk id="317" creationId="{944C51FF-873A-EA7F-64F5-109FA5FB2E2F}"/>
          </ac:spMkLst>
        </pc:spChg>
        <pc:spChg chg="mod">
          <ac:chgData name="José Noriega" userId="cb1ae4245c053ff1" providerId="LiveId" clId="{C1F2E7E5-80A1-4665-983B-B83B8534058D}" dt="2026-05-15T16:22:01.630" v="1077" actId="692"/>
          <ac:spMkLst>
            <pc:docMk/>
            <pc:sldMk cId="14883848" sldId="256"/>
            <ac:spMk id="318" creationId="{576EB23B-C78F-EE42-BEC9-2AEAC4218807}"/>
          </ac:spMkLst>
        </pc:spChg>
        <pc:spChg chg="mod">
          <ac:chgData name="José Noriega" userId="cb1ae4245c053ff1" providerId="LiveId" clId="{C1F2E7E5-80A1-4665-983B-B83B8534058D}" dt="2026-05-15T15:53:49.389" v="599" actId="1036"/>
          <ac:spMkLst>
            <pc:docMk/>
            <pc:sldMk cId="14883848" sldId="256"/>
            <ac:spMk id="319" creationId="{6CB8358A-1C5D-25BA-6EB6-6BC0FDB831CD}"/>
          </ac:spMkLst>
        </pc:spChg>
        <pc:spChg chg="mod">
          <ac:chgData name="José Noriega" userId="cb1ae4245c053ff1" providerId="LiveId" clId="{C1F2E7E5-80A1-4665-983B-B83B8534058D}" dt="2026-05-15T20:01:56.533" v="2426" actId="206"/>
          <ac:spMkLst>
            <pc:docMk/>
            <pc:sldMk cId="14883848" sldId="256"/>
            <ac:spMk id="335" creationId="{B36544FC-8F82-EE33-FF0C-212767EA1132}"/>
          </ac:spMkLst>
        </pc:spChg>
        <pc:spChg chg="mod topLvl">
          <ac:chgData name="José Noriega" userId="cb1ae4245c053ff1" providerId="LiveId" clId="{C1F2E7E5-80A1-4665-983B-B83B8534058D}" dt="2026-05-15T16:22:01.630" v="1077" actId="692"/>
          <ac:spMkLst>
            <pc:docMk/>
            <pc:sldMk cId="14883848" sldId="256"/>
            <ac:spMk id="336" creationId="{04549DFE-B7CE-87F6-C9AB-CD54922A2F20}"/>
          </ac:spMkLst>
        </pc:spChg>
        <pc:spChg chg="mod">
          <ac:chgData name="José Noriega" userId="cb1ae4245c053ff1" providerId="LiveId" clId="{C1F2E7E5-80A1-4665-983B-B83B8534058D}" dt="2026-05-15T15:48:01.708" v="325" actId="165"/>
          <ac:spMkLst>
            <pc:docMk/>
            <pc:sldMk cId="14883848" sldId="256"/>
            <ac:spMk id="338" creationId="{9BBD0BDB-D803-4DA7-E937-6FFC893C7C35}"/>
          </ac:spMkLst>
        </pc:spChg>
        <pc:spChg chg="mod">
          <ac:chgData name="José Noriega" userId="cb1ae4245c053ff1" providerId="LiveId" clId="{C1F2E7E5-80A1-4665-983B-B83B8534058D}" dt="2026-05-15T16:15:55.469" v="1066" actId="164"/>
          <ac:spMkLst>
            <pc:docMk/>
            <pc:sldMk cId="14883848" sldId="256"/>
            <ac:spMk id="346" creationId="{0684D376-2F05-C91F-9243-09A5C38DB42F}"/>
          </ac:spMkLst>
        </pc:spChg>
        <pc:spChg chg="mod topLvl">
          <ac:chgData name="José Noriega" userId="cb1ae4245c053ff1" providerId="LiveId" clId="{C1F2E7E5-80A1-4665-983B-B83B8534058D}" dt="2026-05-15T15:48:01.708" v="325" actId="165"/>
          <ac:spMkLst>
            <pc:docMk/>
            <pc:sldMk cId="14883848" sldId="256"/>
            <ac:spMk id="347" creationId="{5543AD22-81FD-D19D-85DD-FB6B7B351DF3}"/>
          </ac:spMkLst>
        </pc:spChg>
        <pc:spChg chg="mod">
          <ac:chgData name="José Noriega" userId="cb1ae4245c053ff1" providerId="LiveId" clId="{C1F2E7E5-80A1-4665-983B-B83B8534058D}" dt="2026-05-15T20:01:56.533" v="2426" actId="206"/>
          <ac:spMkLst>
            <pc:docMk/>
            <pc:sldMk cId="14883848" sldId="256"/>
            <ac:spMk id="348" creationId="{5343487D-E67E-EC62-73FC-2C79595296E0}"/>
          </ac:spMkLst>
        </pc:spChg>
        <pc:spChg chg="mod ord topLvl">
          <ac:chgData name="José Noriega" userId="cb1ae4245c053ff1" providerId="LiveId" clId="{C1F2E7E5-80A1-4665-983B-B83B8534058D}" dt="2026-05-20T02:31:38.800" v="4202" actId="14100"/>
          <ac:spMkLst>
            <pc:docMk/>
            <pc:sldMk cId="14883848" sldId="256"/>
            <ac:spMk id="349" creationId="{0BB049BB-E55C-C222-866A-38A6A94AADE7}"/>
          </ac:spMkLst>
        </pc:spChg>
        <pc:spChg chg="mod">
          <ac:chgData name="José Noriega" userId="cb1ae4245c053ff1" providerId="LiveId" clId="{C1F2E7E5-80A1-4665-983B-B83B8534058D}" dt="2026-05-17T11:28:03.266" v="4041" actId="207"/>
          <ac:spMkLst>
            <pc:docMk/>
            <pc:sldMk cId="14883848" sldId="256"/>
            <ac:spMk id="362" creationId="{6E69253B-C00E-7B97-5628-540B5ED318A0}"/>
          </ac:spMkLst>
        </pc:spChg>
        <pc:spChg chg="mod">
          <ac:chgData name="José Noriega" userId="cb1ae4245c053ff1" providerId="LiveId" clId="{C1F2E7E5-80A1-4665-983B-B83B8534058D}" dt="2026-05-15T16:21:02.764" v="1075" actId="692"/>
          <ac:spMkLst>
            <pc:docMk/>
            <pc:sldMk cId="14883848" sldId="256"/>
            <ac:spMk id="363" creationId="{2B360EF2-C66C-DA13-9ADB-C242928688CA}"/>
          </ac:spMkLst>
        </pc:spChg>
        <pc:spChg chg="mod">
          <ac:chgData name="José Noriega" userId="cb1ae4245c053ff1" providerId="LiveId" clId="{C1F2E7E5-80A1-4665-983B-B83B8534058D}" dt="2026-05-15T16:21:02.764" v="1075" actId="692"/>
          <ac:spMkLst>
            <pc:docMk/>
            <pc:sldMk cId="14883848" sldId="256"/>
            <ac:spMk id="364" creationId="{BBE76D50-43F8-5F91-A083-973D9F463BA5}"/>
          </ac:spMkLst>
        </pc:spChg>
        <pc:spChg chg="mod">
          <ac:chgData name="José Noriega" userId="cb1ae4245c053ff1" providerId="LiveId" clId="{C1F2E7E5-80A1-4665-983B-B83B8534058D}" dt="2026-05-15T16:21:02.764" v="1075" actId="692"/>
          <ac:spMkLst>
            <pc:docMk/>
            <pc:sldMk cId="14883848" sldId="256"/>
            <ac:spMk id="365" creationId="{B1BA3442-BE61-2B4B-E6EF-F56BBA60C3DD}"/>
          </ac:spMkLst>
        </pc:spChg>
        <pc:spChg chg="mod">
          <ac:chgData name="José Noriega" userId="cb1ae4245c053ff1" providerId="LiveId" clId="{C1F2E7E5-80A1-4665-983B-B83B8534058D}" dt="2026-05-15T16:21:02.764" v="1075" actId="692"/>
          <ac:spMkLst>
            <pc:docMk/>
            <pc:sldMk cId="14883848" sldId="256"/>
            <ac:spMk id="366" creationId="{D0BC249B-9164-0F7F-0FEF-63D086E38915}"/>
          </ac:spMkLst>
        </pc:spChg>
        <pc:spChg chg="mod">
          <ac:chgData name="José Noriega" userId="cb1ae4245c053ff1" providerId="LiveId" clId="{C1F2E7E5-80A1-4665-983B-B83B8534058D}" dt="2026-05-15T16:21:02.764" v="1075" actId="692"/>
          <ac:spMkLst>
            <pc:docMk/>
            <pc:sldMk cId="14883848" sldId="256"/>
            <ac:spMk id="367" creationId="{DA7333D0-E4E3-394A-9131-F5B97991C551}"/>
          </ac:spMkLst>
        </pc:spChg>
        <pc:spChg chg="mod">
          <ac:chgData name="José Noriega" userId="cb1ae4245c053ff1" providerId="LiveId" clId="{C1F2E7E5-80A1-4665-983B-B83B8534058D}" dt="2026-05-15T16:21:02.764" v="1075" actId="692"/>
          <ac:spMkLst>
            <pc:docMk/>
            <pc:sldMk cId="14883848" sldId="256"/>
            <ac:spMk id="368" creationId="{DDE7F557-4EE4-B380-E5DB-4F419C7C8A99}"/>
          </ac:spMkLst>
        </pc:spChg>
        <pc:spChg chg="mod">
          <ac:chgData name="José Noriega" userId="cb1ae4245c053ff1" providerId="LiveId" clId="{C1F2E7E5-80A1-4665-983B-B83B8534058D}" dt="2026-05-15T16:21:02.764" v="1075" actId="692"/>
          <ac:spMkLst>
            <pc:docMk/>
            <pc:sldMk cId="14883848" sldId="256"/>
            <ac:spMk id="369" creationId="{2E2B9D10-B1E5-670F-DDB9-7DD45D31123F}"/>
          </ac:spMkLst>
        </pc:spChg>
        <pc:spChg chg="add mod">
          <ac:chgData name="José Noriega" userId="cb1ae4245c053ff1" providerId="LiveId" clId="{C1F2E7E5-80A1-4665-983B-B83B8534058D}" dt="2026-05-15T08:29:08.935" v="96" actId="164"/>
          <ac:spMkLst>
            <pc:docMk/>
            <pc:sldMk cId="14883848" sldId="256"/>
            <ac:spMk id="399" creationId="{F261FABA-90ED-1BD3-5648-E06D132E26C2}"/>
          </ac:spMkLst>
        </pc:spChg>
        <pc:spChg chg="add mod">
          <ac:chgData name="José Noriega" userId="cb1ae4245c053ff1" providerId="LiveId" clId="{C1F2E7E5-80A1-4665-983B-B83B8534058D}" dt="2026-05-15T20:01:56.533" v="2426" actId="206"/>
          <ac:spMkLst>
            <pc:docMk/>
            <pc:sldMk cId="14883848" sldId="256"/>
            <ac:spMk id="404" creationId="{F218D6C8-3D81-C735-E8E8-04B8ADD52FB2}"/>
          </ac:spMkLst>
        </pc:spChg>
        <pc:spChg chg="add mod">
          <ac:chgData name="José Noriega" userId="cb1ae4245c053ff1" providerId="LiveId" clId="{C1F2E7E5-80A1-4665-983B-B83B8534058D}" dt="2026-05-15T08:29:08.935" v="96" actId="164"/>
          <ac:spMkLst>
            <pc:docMk/>
            <pc:sldMk cId="14883848" sldId="256"/>
            <ac:spMk id="405" creationId="{AEFA6650-3628-2534-9D33-A9683FB43023}"/>
          </ac:spMkLst>
        </pc:spChg>
        <pc:spChg chg="add mod">
          <ac:chgData name="José Noriega" userId="cb1ae4245c053ff1" providerId="LiveId" clId="{C1F2E7E5-80A1-4665-983B-B83B8534058D}" dt="2026-05-15T08:30:32.728" v="141" actId="1036"/>
          <ac:spMkLst>
            <pc:docMk/>
            <pc:sldMk cId="14883848" sldId="256"/>
            <ac:spMk id="407" creationId="{3C04A4CB-C5A6-B86C-C69C-412D101D0145}"/>
          </ac:spMkLst>
        </pc:spChg>
        <pc:spChg chg="add mod ord">
          <ac:chgData name="José Noriega" userId="cb1ae4245c053ff1" providerId="LiveId" clId="{C1F2E7E5-80A1-4665-983B-B83B8534058D}" dt="2026-05-17T11:27:58.181" v="4039" actId="207"/>
          <ac:spMkLst>
            <pc:docMk/>
            <pc:sldMk cId="14883848" sldId="256"/>
            <ac:spMk id="408" creationId="{E5E548ED-9558-E8C2-F487-A921AA68A550}"/>
          </ac:spMkLst>
        </pc:spChg>
        <pc:spChg chg="add mod">
          <ac:chgData name="José Noriega" userId="cb1ae4245c053ff1" providerId="LiveId" clId="{C1F2E7E5-80A1-4665-983B-B83B8534058D}" dt="2026-05-15T16:15:55.469" v="1066" actId="164"/>
          <ac:spMkLst>
            <pc:docMk/>
            <pc:sldMk cId="14883848" sldId="256"/>
            <ac:spMk id="412" creationId="{8D3E7CD9-BFE0-2C5F-8A9F-CFEC06BD4CBF}"/>
          </ac:spMkLst>
        </pc:spChg>
        <pc:spChg chg="add mod">
          <ac:chgData name="José Noriega" userId="cb1ae4245c053ff1" providerId="LiveId" clId="{C1F2E7E5-80A1-4665-983B-B83B8534058D}" dt="2026-05-20T02:30:34.878" v="4201" actId="20577"/>
          <ac:spMkLst>
            <pc:docMk/>
            <pc:sldMk cId="14883848" sldId="256"/>
            <ac:spMk id="413" creationId="{E533ECB9-FFB4-5320-873A-38BB4497D05C}"/>
          </ac:spMkLst>
        </pc:spChg>
        <pc:spChg chg="add mod">
          <ac:chgData name="José Noriega" userId="cb1ae4245c053ff1" providerId="LiveId" clId="{C1F2E7E5-80A1-4665-983B-B83B8534058D}" dt="2026-05-15T15:46:12.442" v="310" actId="2711"/>
          <ac:spMkLst>
            <pc:docMk/>
            <pc:sldMk cId="14883848" sldId="256"/>
            <ac:spMk id="414" creationId="{4976877B-90A3-6DFB-5C70-7FAD8D0AA22E}"/>
          </ac:spMkLst>
        </pc:spChg>
        <pc:spChg chg="add mod">
          <ac:chgData name="José Noriega" userId="cb1ae4245c053ff1" providerId="LiveId" clId="{C1F2E7E5-80A1-4665-983B-B83B8534058D}" dt="2026-05-15T16:15:55.469" v="1066" actId="164"/>
          <ac:spMkLst>
            <pc:docMk/>
            <pc:sldMk cId="14883848" sldId="256"/>
            <ac:spMk id="418" creationId="{F521C652-F797-DF6F-3570-79169EDEA39C}"/>
          </ac:spMkLst>
        </pc:spChg>
        <pc:spChg chg="add mod">
          <ac:chgData name="José Noriega" userId="cb1ae4245c053ff1" providerId="LiveId" clId="{C1F2E7E5-80A1-4665-983B-B83B8534058D}" dt="2026-05-20T02:31:48.545" v="4206" actId="1035"/>
          <ac:spMkLst>
            <pc:docMk/>
            <pc:sldMk cId="14883848" sldId="256"/>
            <ac:spMk id="419" creationId="{39E1FA64-B623-60CA-30B2-4DEBF91998DD}"/>
          </ac:spMkLst>
        </pc:spChg>
        <pc:spChg chg="add mod">
          <ac:chgData name="José Noriega" userId="cb1ae4245c053ff1" providerId="LiveId" clId="{C1F2E7E5-80A1-4665-983B-B83B8534058D}" dt="2026-05-15T16:14:01.234" v="1025" actId="692"/>
          <ac:spMkLst>
            <pc:docMk/>
            <pc:sldMk cId="14883848" sldId="256"/>
            <ac:spMk id="421" creationId="{24D9F9D7-4DB0-D8CF-F0AA-64BF1C7D0E45}"/>
          </ac:spMkLst>
        </pc:spChg>
        <pc:spChg chg="add mod">
          <ac:chgData name="José Noriega" userId="cb1ae4245c053ff1" providerId="LiveId" clId="{C1F2E7E5-80A1-4665-983B-B83B8534058D}" dt="2026-05-15T16:14:32.567" v="1047" actId="1037"/>
          <ac:spMkLst>
            <pc:docMk/>
            <pc:sldMk cId="14883848" sldId="256"/>
            <ac:spMk id="422" creationId="{8EB11AB9-5CE4-0025-D569-AB2A3632529F}"/>
          </ac:spMkLst>
        </pc:spChg>
        <pc:spChg chg="add mod">
          <ac:chgData name="José Noriega" userId="cb1ae4245c053ff1" providerId="LiveId" clId="{C1F2E7E5-80A1-4665-983B-B83B8534058D}" dt="2026-05-15T16:14:49.225" v="1048" actId="1038"/>
          <ac:spMkLst>
            <pc:docMk/>
            <pc:sldMk cId="14883848" sldId="256"/>
            <ac:spMk id="423" creationId="{4711D7F5-2169-7E39-E8FA-E801359E3384}"/>
          </ac:spMkLst>
        </pc:spChg>
        <pc:spChg chg="add mod">
          <ac:chgData name="José Noriega" userId="cb1ae4245c053ff1" providerId="LiveId" clId="{C1F2E7E5-80A1-4665-983B-B83B8534058D}" dt="2026-05-15T16:14:51.942" v="1049" actId="1038"/>
          <ac:spMkLst>
            <pc:docMk/>
            <pc:sldMk cId="14883848" sldId="256"/>
            <ac:spMk id="424" creationId="{1A9DF17E-71BF-3723-DBE9-9AD819820331}"/>
          </ac:spMkLst>
        </pc:spChg>
        <pc:spChg chg="add mod">
          <ac:chgData name="José Noriega" userId="cb1ae4245c053ff1" providerId="LiveId" clId="{C1F2E7E5-80A1-4665-983B-B83B8534058D}" dt="2026-05-17T11:29:16.599" v="4044" actId="1076"/>
          <ac:spMkLst>
            <pc:docMk/>
            <pc:sldMk cId="14883848" sldId="256"/>
            <ac:spMk id="429" creationId="{6FD64DC5-C36C-DA52-6231-616445C5AED9}"/>
          </ac:spMkLst>
        </pc:spChg>
        <pc:spChg chg="add mod">
          <ac:chgData name="José Noriega" userId="cb1ae4245c053ff1" providerId="LiveId" clId="{C1F2E7E5-80A1-4665-983B-B83B8534058D}" dt="2026-05-15T15:57:20.488" v="675" actId="1036"/>
          <ac:spMkLst>
            <pc:docMk/>
            <pc:sldMk cId="14883848" sldId="256"/>
            <ac:spMk id="430" creationId="{27CFC709-842E-F571-7EBE-F5C6E137B2D3}"/>
          </ac:spMkLst>
        </pc:spChg>
        <pc:spChg chg="add mod">
          <ac:chgData name="José Noriega" userId="cb1ae4245c053ff1" providerId="LiveId" clId="{C1F2E7E5-80A1-4665-983B-B83B8534058D}" dt="2026-05-15T16:15:55.469" v="1066" actId="164"/>
          <ac:spMkLst>
            <pc:docMk/>
            <pc:sldMk cId="14883848" sldId="256"/>
            <ac:spMk id="431" creationId="{EED83575-E11D-9076-849D-56A27EBAC1CF}"/>
          </ac:spMkLst>
        </pc:spChg>
        <pc:spChg chg="add mod">
          <ac:chgData name="José Noriega" userId="cb1ae4245c053ff1" providerId="LiveId" clId="{C1F2E7E5-80A1-4665-983B-B83B8534058D}" dt="2026-05-15T15:58:13.638" v="695" actId="1038"/>
          <ac:spMkLst>
            <pc:docMk/>
            <pc:sldMk cId="14883848" sldId="256"/>
            <ac:spMk id="432" creationId="{FF69C104-E1EC-7176-4751-C4C2C695BE0D}"/>
          </ac:spMkLst>
        </pc:spChg>
        <pc:spChg chg="add mod">
          <ac:chgData name="José Noriega" userId="cb1ae4245c053ff1" providerId="LiveId" clId="{C1F2E7E5-80A1-4665-983B-B83B8534058D}" dt="2026-05-15T16:15:55.469" v="1066" actId="164"/>
          <ac:spMkLst>
            <pc:docMk/>
            <pc:sldMk cId="14883848" sldId="256"/>
            <ac:spMk id="433" creationId="{F02AC3E8-7FDC-9D5D-27C0-2062CA684324}"/>
          </ac:spMkLst>
        </pc:spChg>
        <pc:spChg chg="add mod">
          <ac:chgData name="José Noriega" userId="cb1ae4245c053ff1" providerId="LiveId" clId="{C1F2E7E5-80A1-4665-983B-B83B8534058D}" dt="2026-05-15T15:59:41.851" v="704" actId="1076"/>
          <ac:spMkLst>
            <pc:docMk/>
            <pc:sldMk cId="14883848" sldId="256"/>
            <ac:spMk id="434" creationId="{10E8F9DB-501B-5877-2729-6B5D3CBAA20F}"/>
          </ac:spMkLst>
        </pc:spChg>
        <pc:spChg chg="add mod">
          <ac:chgData name="José Noriega" userId="cb1ae4245c053ff1" providerId="LiveId" clId="{C1F2E7E5-80A1-4665-983B-B83B8534058D}" dt="2026-05-15T16:00:26.060" v="719" actId="1036"/>
          <ac:spMkLst>
            <pc:docMk/>
            <pc:sldMk cId="14883848" sldId="256"/>
            <ac:spMk id="435" creationId="{0FC6415D-A71F-C454-F474-5007C09D2052}"/>
          </ac:spMkLst>
        </pc:spChg>
        <pc:spChg chg="add mod">
          <ac:chgData name="José Noriega" userId="cb1ae4245c053ff1" providerId="LiveId" clId="{C1F2E7E5-80A1-4665-983B-B83B8534058D}" dt="2026-05-15T16:12:19.834" v="929" actId="1076"/>
          <ac:spMkLst>
            <pc:docMk/>
            <pc:sldMk cId="14883848" sldId="256"/>
            <ac:spMk id="436" creationId="{01F32A80-A794-3362-AC87-4AE24737D7DC}"/>
          </ac:spMkLst>
        </pc:spChg>
        <pc:spChg chg="add mod">
          <ac:chgData name="José Noriega" userId="cb1ae4245c053ff1" providerId="LiveId" clId="{C1F2E7E5-80A1-4665-983B-B83B8534058D}" dt="2026-05-15T16:02:19.145" v="765" actId="20577"/>
          <ac:spMkLst>
            <pc:docMk/>
            <pc:sldMk cId="14883848" sldId="256"/>
            <ac:spMk id="437" creationId="{3CA15DA0-D9F4-792E-7E38-DB86BFE6A359}"/>
          </ac:spMkLst>
        </pc:spChg>
        <pc:spChg chg="add mod">
          <ac:chgData name="José Noriega" userId="cb1ae4245c053ff1" providerId="LiveId" clId="{C1F2E7E5-80A1-4665-983B-B83B8534058D}" dt="2026-05-15T16:03:16.337" v="800" actId="20577"/>
          <ac:spMkLst>
            <pc:docMk/>
            <pc:sldMk cId="14883848" sldId="256"/>
            <ac:spMk id="438" creationId="{C6767E7C-ADCE-E67A-EE02-BEE619ED57FB}"/>
          </ac:spMkLst>
        </pc:spChg>
        <pc:spChg chg="add mod">
          <ac:chgData name="José Noriega" userId="cb1ae4245c053ff1" providerId="LiveId" clId="{C1F2E7E5-80A1-4665-983B-B83B8534058D}" dt="2026-05-15T16:03:12.348" v="794" actId="1076"/>
          <ac:spMkLst>
            <pc:docMk/>
            <pc:sldMk cId="14883848" sldId="256"/>
            <ac:spMk id="439" creationId="{C928B964-4A31-D07D-E47B-DFC751C5788C}"/>
          </ac:spMkLst>
        </pc:spChg>
        <pc:spChg chg="add mod">
          <ac:chgData name="José Noriega" userId="cb1ae4245c053ff1" providerId="LiveId" clId="{C1F2E7E5-80A1-4665-983B-B83B8534058D}" dt="2026-05-15T16:04:13.073" v="832" actId="20577"/>
          <ac:spMkLst>
            <pc:docMk/>
            <pc:sldMk cId="14883848" sldId="256"/>
            <ac:spMk id="441" creationId="{BFA83AD6-22BA-616B-F526-A7C82873FB0F}"/>
          </ac:spMkLst>
        </pc:spChg>
        <pc:spChg chg="add mod">
          <ac:chgData name="José Noriega" userId="cb1ae4245c053ff1" providerId="LiveId" clId="{C1F2E7E5-80A1-4665-983B-B83B8534058D}" dt="2026-05-15T16:08:44.128" v="905" actId="1035"/>
          <ac:spMkLst>
            <pc:docMk/>
            <pc:sldMk cId="14883848" sldId="256"/>
            <ac:spMk id="442" creationId="{B30585BC-6091-8A63-3CFF-9FE667532DBA}"/>
          </ac:spMkLst>
        </pc:spChg>
        <pc:spChg chg="add mod">
          <ac:chgData name="José Noriega" userId="cb1ae4245c053ff1" providerId="LiveId" clId="{C1F2E7E5-80A1-4665-983B-B83B8534058D}" dt="2026-05-20T02:33:13.305" v="4210" actId="688"/>
          <ac:spMkLst>
            <pc:docMk/>
            <pc:sldMk cId="14883848" sldId="256"/>
            <ac:spMk id="443" creationId="{16CB6556-3592-BF50-020A-624F20E76BCA}"/>
          </ac:spMkLst>
        </pc:spChg>
        <pc:spChg chg="add mod">
          <ac:chgData name="José Noriega" userId="cb1ae4245c053ff1" providerId="LiveId" clId="{C1F2E7E5-80A1-4665-983B-B83B8534058D}" dt="2026-05-20T02:32:58.524" v="4209" actId="14100"/>
          <ac:spMkLst>
            <pc:docMk/>
            <pc:sldMk cId="14883848" sldId="256"/>
            <ac:spMk id="444" creationId="{DE017C08-8350-E620-3958-E94846565731}"/>
          </ac:spMkLst>
        </pc:spChg>
        <pc:grpChg chg="ord">
          <ac:chgData name="José Noriega" userId="cb1ae4245c053ff1" providerId="LiveId" clId="{C1F2E7E5-80A1-4665-983B-B83B8534058D}" dt="2026-05-15T16:11:00.847" v="922" actId="167"/>
          <ac:grpSpMkLst>
            <pc:docMk/>
            <pc:sldMk cId="14883848" sldId="256"/>
            <ac:grpSpMk id="157" creationId="{B42D048D-6FA6-ADD1-223B-5B943E9D4017}"/>
          </ac:grpSpMkLst>
        </pc:grpChg>
        <pc:grpChg chg="mod">
          <ac:chgData name="José Noriega" userId="cb1ae4245c053ff1" providerId="LiveId" clId="{C1F2E7E5-80A1-4665-983B-B83B8534058D}" dt="2026-05-15T15:48:20.906" v="354" actId="1036"/>
          <ac:grpSpMkLst>
            <pc:docMk/>
            <pc:sldMk cId="14883848" sldId="256"/>
            <ac:grpSpMk id="168" creationId="{62D123D1-D23E-CF88-E2BC-359AF4C62740}"/>
          </ac:grpSpMkLst>
        </pc:grpChg>
        <pc:grpChg chg="add mod">
          <ac:chgData name="José Noriega" userId="cb1ae4245c053ff1" providerId="LiveId" clId="{C1F2E7E5-80A1-4665-983B-B83B8534058D}" dt="2026-05-15T16:14:29.192" v="1043" actId="1037"/>
          <ac:grpSpMkLst>
            <pc:docMk/>
            <pc:sldMk cId="14883848" sldId="256"/>
            <ac:grpSpMk id="428" creationId="{C69A2930-E12B-4002-A593-8A5088A9A876}"/>
          </ac:grpSpMkLst>
        </pc:grpChg>
        <pc:grpChg chg="mod">
          <ac:chgData name="José Noriega" userId="cb1ae4245c053ff1" providerId="LiveId" clId="{C1F2E7E5-80A1-4665-983B-B83B8534058D}" dt="2026-05-15T16:50:20.211" v="1078" actId="1076"/>
          <ac:grpSpMkLst>
            <pc:docMk/>
            <pc:sldMk cId="14883848" sldId="256"/>
            <ac:grpSpMk id="445" creationId="{F6D8CC4A-0A96-BB01-8ED5-250E7306907B}"/>
          </ac:grpSpMkLst>
        </pc:grpChg>
        <pc:picChg chg="add mod">
          <ac:chgData name="José Noriega" userId="cb1ae4245c053ff1" providerId="LiveId" clId="{C1F2E7E5-80A1-4665-983B-B83B8534058D}" dt="2026-05-15T08:24:18.480" v="50" actId="1076"/>
          <ac:picMkLst>
            <pc:docMk/>
            <pc:sldMk cId="14883848" sldId="256"/>
            <ac:picMk id="401" creationId="{6713C3D7-A215-48BA-37D9-7D4310ADCC5E}"/>
          </ac:picMkLst>
        </pc:picChg>
        <pc:cxnChg chg="mod">
          <ac:chgData name="José Noriega" userId="cb1ae4245c053ff1" providerId="LiveId" clId="{C1F2E7E5-80A1-4665-983B-B83B8534058D}" dt="2026-05-15T08:34:37.227" v="170" actId="478"/>
          <ac:cxnSpMkLst>
            <pc:docMk/>
            <pc:sldMk cId="14883848" sldId="256"/>
            <ac:cxnSpMk id="143" creationId="{0910EBC0-408F-6531-FA7A-6DAE27A271CC}"/>
          </ac:cxnSpMkLst>
        </pc:cxnChg>
        <pc:cxnChg chg="mod">
          <ac:chgData name="José Noriega" userId="cb1ae4245c053ff1" providerId="LiveId" clId="{C1F2E7E5-80A1-4665-983B-B83B8534058D}" dt="2026-05-15T16:21:02.764" v="1075" actId="692"/>
          <ac:cxnSpMkLst>
            <pc:docMk/>
            <pc:sldMk cId="14883848" sldId="256"/>
            <ac:cxnSpMk id="152" creationId="{E92C49F8-4C9C-7B67-6CAF-596815E73674}"/>
          </ac:cxnSpMkLst>
        </pc:cxnChg>
        <pc:cxnChg chg="mod">
          <ac:chgData name="José Noriega" userId="cb1ae4245c053ff1" providerId="LiveId" clId="{C1F2E7E5-80A1-4665-983B-B83B8534058D}" dt="2026-05-15T15:55:22.922" v="644" actId="1038"/>
          <ac:cxnSpMkLst>
            <pc:docMk/>
            <pc:sldMk cId="14883848" sldId="256"/>
            <ac:cxnSpMk id="160" creationId="{68932673-F89E-A8C7-E003-13F0D011D70F}"/>
          </ac:cxnSpMkLst>
        </pc:cxnChg>
        <pc:cxnChg chg="mod">
          <ac:chgData name="José Noriega" userId="cb1ae4245c053ff1" providerId="LiveId" clId="{C1F2E7E5-80A1-4665-983B-B83B8534058D}" dt="2026-05-15T15:55:14.116" v="623" actId="1037"/>
          <ac:cxnSpMkLst>
            <pc:docMk/>
            <pc:sldMk cId="14883848" sldId="256"/>
            <ac:cxnSpMk id="161" creationId="{31DF0F09-1FC5-FDC1-6498-FD292494A4CA}"/>
          </ac:cxnSpMkLst>
        </pc:cxnChg>
        <pc:cxnChg chg="mod">
          <ac:chgData name="José Noriega" userId="cb1ae4245c053ff1" providerId="LiveId" clId="{C1F2E7E5-80A1-4665-983B-B83B8534058D}" dt="2026-05-15T15:55:18.805" v="633" actId="1037"/>
          <ac:cxnSpMkLst>
            <pc:docMk/>
            <pc:sldMk cId="14883848" sldId="256"/>
            <ac:cxnSpMk id="163" creationId="{576EEE3B-03AA-1674-0478-BB3F6F9028C5}"/>
          </ac:cxnSpMkLst>
        </pc:cxnChg>
        <pc:cxnChg chg="mod">
          <ac:chgData name="José Noriega" userId="cb1ae4245c053ff1" providerId="LiveId" clId="{C1F2E7E5-80A1-4665-983B-B83B8534058D}" dt="2026-05-15T15:53:49.389" v="599" actId="1036"/>
          <ac:cxnSpMkLst>
            <pc:docMk/>
            <pc:sldMk cId="14883848" sldId="256"/>
            <ac:cxnSpMk id="321" creationId="{47F8E75C-FF1D-60CC-35D5-124CB3159297}"/>
          </ac:cxnSpMkLst>
        </pc:cxnChg>
        <pc:cxnChg chg="mod">
          <ac:chgData name="José Noriega" userId="cb1ae4245c053ff1" providerId="LiveId" clId="{C1F2E7E5-80A1-4665-983B-B83B8534058D}" dt="2026-05-15T15:48:20.906" v="354" actId="1036"/>
          <ac:cxnSpMkLst>
            <pc:docMk/>
            <pc:sldMk cId="14883848" sldId="256"/>
            <ac:cxnSpMk id="353" creationId="{B0FFB958-12B2-873B-0AC9-8C62A2479EAF}"/>
          </ac:cxnSpMkLst>
        </pc:cxnChg>
        <pc:cxnChg chg="mod">
          <ac:chgData name="José Noriega" userId="cb1ae4245c053ff1" providerId="LiveId" clId="{C1F2E7E5-80A1-4665-983B-B83B8534058D}" dt="2026-05-15T16:04:27.811" v="842" actId="1035"/>
          <ac:cxnSpMkLst>
            <pc:docMk/>
            <pc:sldMk cId="14883848" sldId="256"/>
            <ac:cxnSpMk id="371" creationId="{CF01C650-FCC6-A046-C833-4D484CBC36BD}"/>
          </ac:cxnSpMkLst>
        </pc:cxnChg>
        <pc:cxnChg chg="mod">
          <ac:chgData name="José Noriega" userId="cb1ae4245c053ff1" providerId="LiveId" clId="{C1F2E7E5-80A1-4665-983B-B83B8534058D}" dt="2026-05-15T16:04:27.811" v="842" actId="1035"/>
          <ac:cxnSpMkLst>
            <pc:docMk/>
            <pc:sldMk cId="14883848" sldId="256"/>
            <ac:cxnSpMk id="377" creationId="{9DD99FF5-67AE-AC50-90DD-1E0CBAE1AE6B}"/>
          </ac:cxnSpMkLst>
        </pc:cxnChg>
        <pc:cxnChg chg="add mod">
          <ac:chgData name="José Noriega" userId="cb1ae4245c053ff1" providerId="LiveId" clId="{C1F2E7E5-80A1-4665-983B-B83B8534058D}" dt="2026-05-15T16:04:27.811" v="842" actId="1035"/>
          <ac:cxnSpMkLst>
            <pc:docMk/>
            <pc:sldMk cId="14883848" sldId="256"/>
            <ac:cxnSpMk id="387" creationId="{9D15BF00-3CAE-178D-C189-6107FD4263A2}"/>
          </ac:cxnSpMkLst>
        </pc:cxnChg>
        <pc:cxnChg chg="add mod">
          <ac:chgData name="José Noriega" userId="cb1ae4245c053ff1" providerId="LiveId" clId="{C1F2E7E5-80A1-4665-983B-B83B8534058D}" dt="2026-05-15T08:17:25.582" v="6" actId="692"/>
          <ac:cxnSpMkLst>
            <pc:docMk/>
            <pc:sldMk cId="14883848" sldId="256"/>
            <ac:cxnSpMk id="389" creationId="{1D5A39AA-03FF-4970-28D1-F6651DCF4A96}"/>
          </ac:cxnSpMkLst>
        </pc:cxnChg>
        <pc:cxnChg chg="add mod">
          <ac:chgData name="José Noriega" userId="cb1ae4245c053ff1" providerId="LiveId" clId="{C1F2E7E5-80A1-4665-983B-B83B8534058D}" dt="2026-05-15T08:18:01.940" v="9" actId="692"/>
          <ac:cxnSpMkLst>
            <pc:docMk/>
            <pc:sldMk cId="14883848" sldId="256"/>
            <ac:cxnSpMk id="391" creationId="{E9FA8850-2C48-AE18-0E61-BE42B37D3EB6}"/>
          </ac:cxnSpMkLst>
        </pc:cxnChg>
        <pc:cxnChg chg="add mod">
          <ac:chgData name="José Noriega" userId="cb1ae4245c053ff1" providerId="LiveId" clId="{C1F2E7E5-80A1-4665-983B-B83B8534058D}" dt="2026-05-15T16:04:00.439" v="828" actId="14100"/>
          <ac:cxnSpMkLst>
            <pc:docMk/>
            <pc:sldMk cId="14883848" sldId="256"/>
            <ac:cxnSpMk id="393" creationId="{734C329E-85D7-6BFD-51A5-61A0706127A6}"/>
          </ac:cxnSpMkLst>
        </pc:cxnChg>
        <pc:cxnChg chg="add mod">
          <ac:chgData name="José Noriega" userId="cb1ae4245c053ff1" providerId="LiveId" clId="{C1F2E7E5-80A1-4665-983B-B83B8534058D}" dt="2026-05-15T08:24:32.430" v="52" actId="13822"/>
          <ac:cxnSpMkLst>
            <pc:docMk/>
            <pc:sldMk cId="14883848" sldId="256"/>
            <ac:cxnSpMk id="403" creationId="{B1D0D508-3C60-2255-C906-C61C609E02AC}"/>
          </ac:cxnSpMkLst>
        </pc:cxnChg>
        <pc:cxnChg chg="add mod">
          <ac:chgData name="José Noriega" userId="cb1ae4245c053ff1" providerId="LiveId" clId="{C1F2E7E5-80A1-4665-983B-B83B8534058D}" dt="2026-05-15T15:45:31.439" v="305" actId="13822"/>
          <ac:cxnSpMkLst>
            <pc:docMk/>
            <pc:sldMk cId="14883848" sldId="256"/>
            <ac:cxnSpMk id="416" creationId="{193FFE61-085F-BBD4-C002-98424DF0E823}"/>
          </ac:cxnSpMkLst>
        </pc:cxnChg>
      </pc:sldChg>
      <pc:sldChg chg="addSp delSp modSp new mod">
        <pc:chgData name="José Noriega" userId="cb1ae4245c053ff1" providerId="LiveId" clId="{C1F2E7E5-80A1-4665-983B-B83B8534058D}" dt="2026-05-20T02:29:07.346" v="4198" actId="1036"/>
        <pc:sldMkLst>
          <pc:docMk/>
          <pc:sldMk cId="1183626662" sldId="257"/>
        </pc:sldMkLst>
        <pc:spChg chg="add mod">
          <ac:chgData name="José Noriega" userId="cb1ae4245c053ff1" providerId="LiveId" clId="{C1F2E7E5-80A1-4665-983B-B83B8534058D}" dt="2026-05-15T19:55:11.531" v="2380" actId="207"/>
          <ac:spMkLst>
            <pc:docMk/>
            <pc:sldMk cId="1183626662" sldId="257"/>
            <ac:spMk id="4" creationId="{7D605CDB-9E1D-CAF7-5214-577E7A790110}"/>
          </ac:spMkLst>
        </pc:spChg>
        <pc:spChg chg="add mod">
          <ac:chgData name="José Noriega" userId="cb1ae4245c053ff1" providerId="LiveId" clId="{C1F2E7E5-80A1-4665-983B-B83B8534058D}" dt="2026-05-15T16:51:56.822" v="1085" actId="164"/>
          <ac:spMkLst>
            <pc:docMk/>
            <pc:sldMk cId="1183626662" sldId="257"/>
            <ac:spMk id="5" creationId="{9839080F-40F9-9548-8419-53BFD6F3A0D9}"/>
          </ac:spMkLst>
        </pc:spChg>
        <pc:spChg chg="mod">
          <ac:chgData name="José Noriega" userId="cb1ae4245c053ff1" providerId="LiveId" clId="{C1F2E7E5-80A1-4665-983B-B83B8534058D}" dt="2026-05-15T16:52:10.862" v="1089"/>
          <ac:spMkLst>
            <pc:docMk/>
            <pc:sldMk cId="1183626662" sldId="257"/>
            <ac:spMk id="12" creationId="{2DF11FBC-7F14-9F48-C60F-A84043F2EA70}"/>
          </ac:spMkLst>
        </pc:spChg>
        <pc:spChg chg="add mod">
          <ac:chgData name="José Noriega" userId="cb1ae4245c053ff1" providerId="LiveId" clId="{C1F2E7E5-80A1-4665-983B-B83B8534058D}" dt="2026-05-15T18:07:48.816" v="2358" actId="207"/>
          <ac:spMkLst>
            <pc:docMk/>
            <pc:sldMk cId="1183626662" sldId="257"/>
            <ac:spMk id="17" creationId="{02902137-78A9-8BB8-D110-D0D59B81BB1F}"/>
          </ac:spMkLst>
        </pc:spChg>
        <pc:spChg chg="add mod">
          <ac:chgData name="José Noriega" userId="cb1ae4245c053ff1" providerId="LiveId" clId="{C1F2E7E5-80A1-4665-983B-B83B8534058D}" dt="2026-05-15T18:09:16.627" v="2363" actId="207"/>
          <ac:spMkLst>
            <pc:docMk/>
            <pc:sldMk cId="1183626662" sldId="257"/>
            <ac:spMk id="18" creationId="{B72F5A2A-87EC-68B0-445A-4630744820AF}"/>
          </ac:spMkLst>
        </pc:spChg>
        <pc:spChg chg="add mod">
          <ac:chgData name="José Noriega" userId="cb1ae4245c053ff1" providerId="LiveId" clId="{C1F2E7E5-80A1-4665-983B-B83B8534058D}" dt="2026-05-15T18:08:53.126" v="2362" actId="692"/>
          <ac:spMkLst>
            <pc:docMk/>
            <pc:sldMk cId="1183626662" sldId="257"/>
            <ac:spMk id="19" creationId="{CF2F1F3F-6623-F437-1162-D18CEF53DDE4}"/>
          </ac:spMkLst>
        </pc:spChg>
        <pc:spChg chg="mod">
          <ac:chgData name="José Noriega" userId="cb1ae4245c053ff1" providerId="LiveId" clId="{C1F2E7E5-80A1-4665-983B-B83B8534058D}" dt="2026-05-15T17:42:58.234" v="1853" actId="1037"/>
          <ac:spMkLst>
            <pc:docMk/>
            <pc:sldMk cId="1183626662" sldId="257"/>
            <ac:spMk id="25" creationId="{68FC7821-3786-2B2E-87DD-1087475D3A7E}"/>
          </ac:spMkLst>
        </pc:spChg>
        <pc:spChg chg="add mod">
          <ac:chgData name="José Noriega" userId="cb1ae4245c053ff1" providerId="LiveId" clId="{C1F2E7E5-80A1-4665-983B-B83B8534058D}" dt="2026-05-15T19:55:21.800" v="2381" actId="207"/>
          <ac:spMkLst>
            <pc:docMk/>
            <pc:sldMk cId="1183626662" sldId="257"/>
            <ac:spMk id="30" creationId="{84FA1AD7-CE7C-3C29-7069-CF61DD488EEB}"/>
          </ac:spMkLst>
        </pc:spChg>
        <pc:spChg chg="mod">
          <ac:chgData name="José Noriega" userId="cb1ae4245c053ff1" providerId="LiveId" clId="{C1F2E7E5-80A1-4665-983B-B83B8534058D}" dt="2026-05-15T16:58:42.069" v="1250"/>
          <ac:spMkLst>
            <pc:docMk/>
            <pc:sldMk cId="1183626662" sldId="257"/>
            <ac:spMk id="32" creationId="{2DCEF491-4105-C10B-44DD-B5677A096F48}"/>
          </ac:spMkLst>
        </pc:spChg>
        <pc:spChg chg="mod">
          <ac:chgData name="José Noriega" userId="cb1ae4245c053ff1" providerId="LiveId" clId="{C1F2E7E5-80A1-4665-983B-B83B8534058D}" dt="2026-05-15T16:58:42.069" v="1250"/>
          <ac:spMkLst>
            <pc:docMk/>
            <pc:sldMk cId="1183626662" sldId="257"/>
            <ac:spMk id="38" creationId="{62094B42-0B81-D458-D9B3-2A92EBEF7CC9}"/>
          </ac:spMkLst>
        </pc:spChg>
        <pc:spChg chg="add mod">
          <ac:chgData name="José Noriega" userId="cb1ae4245c053ff1" providerId="LiveId" clId="{C1F2E7E5-80A1-4665-983B-B83B8534058D}" dt="2026-05-15T18:07:48.816" v="2358" actId="207"/>
          <ac:spMkLst>
            <pc:docMk/>
            <pc:sldMk cId="1183626662" sldId="257"/>
            <ac:spMk id="43" creationId="{ED1F4D81-B589-A14B-A5FB-1645928619B7}"/>
          </ac:spMkLst>
        </pc:spChg>
        <pc:spChg chg="mod">
          <ac:chgData name="José Noriega" userId="cb1ae4245c053ff1" providerId="LiveId" clId="{C1F2E7E5-80A1-4665-983B-B83B8534058D}" dt="2026-05-15T18:09:16.627" v="2363" actId="207"/>
          <ac:spMkLst>
            <pc:docMk/>
            <pc:sldMk cId="1183626662" sldId="257"/>
            <ac:spMk id="45" creationId="{2E985613-4723-243F-89DC-C8EE2B9BCE94}"/>
          </ac:spMkLst>
        </pc:spChg>
        <pc:spChg chg="mod">
          <ac:chgData name="José Noriega" userId="cb1ae4245c053ff1" providerId="LiveId" clId="{C1F2E7E5-80A1-4665-983B-B83B8534058D}" dt="2026-05-15T18:08:53.126" v="2362" actId="692"/>
          <ac:spMkLst>
            <pc:docMk/>
            <pc:sldMk cId="1183626662" sldId="257"/>
            <ac:spMk id="46" creationId="{54E91272-D010-3C22-E2AD-A04C463D4F21}"/>
          </ac:spMkLst>
        </pc:spChg>
        <pc:spChg chg="mod">
          <ac:chgData name="José Noriega" userId="cb1ae4245c053ff1" providerId="LiveId" clId="{C1F2E7E5-80A1-4665-983B-B83B8534058D}" dt="2026-05-15T16:58:42.069" v="1250"/>
          <ac:spMkLst>
            <pc:docMk/>
            <pc:sldMk cId="1183626662" sldId="257"/>
            <ac:spMk id="51" creationId="{119D9A1D-134E-E668-359C-A3F4490BA848}"/>
          </ac:spMkLst>
        </pc:spChg>
        <pc:spChg chg="add mod">
          <ac:chgData name="José Noriega" userId="cb1ae4245c053ff1" providerId="LiveId" clId="{C1F2E7E5-80A1-4665-983B-B83B8534058D}" dt="2026-05-15T19:55:25.173" v="2382" actId="207"/>
          <ac:spMkLst>
            <pc:docMk/>
            <pc:sldMk cId="1183626662" sldId="257"/>
            <ac:spMk id="54" creationId="{97BA9604-467B-BD49-7BCF-22FC755363D9}"/>
          </ac:spMkLst>
        </pc:spChg>
        <pc:spChg chg="mod">
          <ac:chgData name="José Noriega" userId="cb1ae4245c053ff1" providerId="LiveId" clId="{C1F2E7E5-80A1-4665-983B-B83B8534058D}" dt="2026-05-15T16:58:49.674" v="1252"/>
          <ac:spMkLst>
            <pc:docMk/>
            <pc:sldMk cId="1183626662" sldId="257"/>
            <ac:spMk id="56" creationId="{A7D92287-A4EB-B4D4-CF34-4D09B927F5F1}"/>
          </ac:spMkLst>
        </pc:spChg>
        <pc:spChg chg="mod">
          <ac:chgData name="José Noriega" userId="cb1ae4245c053ff1" providerId="LiveId" clId="{C1F2E7E5-80A1-4665-983B-B83B8534058D}" dt="2026-05-15T16:58:49.674" v="1252"/>
          <ac:spMkLst>
            <pc:docMk/>
            <pc:sldMk cId="1183626662" sldId="257"/>
            <ac:spMk id="62" creationId="{A94F0073-6F22-668B-5AA6-003ED11BC6FF}"/>
          </ac:spMkLst>
        </pc:spChg>
        <pc:spChg chg="add mod">
          <ac:chgData name="José Noriega" userId="cb1ae4245c053ff1" providerId="LiveId" clId="{C1F2E7E5-80A1-4665-983B-B83B8534058D}" dt="2026-05-15T18:07:48.816" v="2358" actId="207"/>
          <ac:spMkLst>
            <pc:docMk/>
            <pc:sldMk cId="1183626662" sldId="257"/>
            <ac:spMk id="67" creationId="{76AD96C1-3121-ED8C-8A93-11F1CB6B6E26}"/>
          </ac:spMkLst>
        </pc:spChg>
        <pc:spChg chg="mod">
          <ac:chgData name="José Noriega" userId="cb1ae4245c053ff1" providerId="LiveId" clId="{C1F2E7E5-80A1-4665-983B-B83B8534058D}" dt="2026-05-15T18:09:16.627" v="2363" actId="207"/>
          <ac:spMkLst>
            <pc:docMk/>
            <pc:sldMk cId="1183626662" sldId="257"/>
            <ac:spMk id="69" creationId="{DC7AACE9-DC6D-78B6-3A90-78D434BC2390}"/>
          </ac:spMkLst>
        </pc:spChg>
        <pc:spChg chg="mod">
          <ac:chgData name="José Noriega" userId="cb1ae4245c053ff1" providerId="LiveId" clId="{C1F2E7E5-80A1-4665-983B-B83B8534058D}" dt="2026-05-15T18:08:53.126" v="2362" actId="692"/>
          <ac:spMkLst>
            <pc:docMk/>
            <pc:sldMk cId="1183626662" sldId="257"/>
            <ac:spMk id="70" creationId="{4AF87A61-CC81-32AE-4AE1-13932F766ABA}"/>
          </ac:spMkLst>
        </pc:spChg>
        <pc:spChg chg="mod">
          <ac:chgData name="José Noriega" userId="cb1ae4245c053ff1" providerId="LiveId" clId="{C1F2E7E5-80A1-4665-983B-B83B8534058D}" dt="2026-05-15T16:58:49.674" v="1252"/>
          <ac:spMkLst>
            <pc:docMk/>
            <pc:sldMk cId="1183626662" sldId="257"/>
            <ac:spMk id="75" creationId="{68BED2CD-0BF9-9E56-B2CA-CFCBFE8FE562}"/>
          </ac:spMkLst>
        </pc:spChg>
        <pc:spChg chg="add mod">
          <ac:chgData name="José Noriega" userId="cb1ae4245c053ff1" providerId="LiveId" clId="{C1F2E7E5-80A1-4665-983B-B83B8534058D}" dt="2026-05-15T19:55:27.473" v="2383" actId="207"/>
          <ac:spMkLst>
            <pc:docMk/>
            <pc:sldMk cId="1183626662" sldId="257"/>
            <ac:spMk id="78" creationId="{B41E81C0-DFE9-E257-7364-81E87ECDB683}"/>
          </ac:spMkLst>
        </pc:spChg>
        <pc:spChg chg="mod">
          <ac:chgData name="José Noriega" userId="cb1ae4245c053ff1" providerId="LiveId" clId="{C1F2E7E5-80A1-4665-983B-B83B8534058D}" dt="2026-05-15T16:58:58.854" v="1254"/>
          <ac:spMkLst>
            <pc:docMk/>
            <pc:sldMk cId="1183626662" sldId="257"/>
            <ac:spMk id="80" creationId="{E314C1C5-7561-DF93-0D77-2D15C683918A}"/>
          </ac:spMkLst>
        </pc:spChg>
        <pc:spChg chg="mod">
          <ac:chgData name="José Noriega" userId="cb1ae4245c053ff1" providerId="LiveId" clId="{C1F2E7E5-80A1-4665-983B-B83B8534058D}" dt="2026-05-15T16:58:58.854" v="1254"/>
          <ac:spMkLst>
            <pc:docMk/>
            <pc:sldMk cId="1183626662" sldId="257"/>
            <ac:spMk id="86" creationId="{0B5FC6CC-DA85-A1E4-80C2-80C5D75489F7}"/>
          </ac:spMkLst>
        </pc:spChg>
        <pc:spChg chg="add mod">
          <ac:chgData name="José Noriega" userId="cb1ae4245c053ff1" providerId="LiveId" clId="{C1F2E7E5-80A1-4665-983B-B83B8534058D}" dt="2026-05-15T18:07:48.816" v="2358" actId="207"/>
          <ac:spMkLst>
            <pc:docMk/>
            <pc:sldMk cId="1183626662" sldId="257"/>
            <ac:spMk id="91" creationId="{A3ED0D83-72C1-BFF0-64BD-6B925619F90D}"/>
          </ac:spMkLst>
        </pc:spChg>
        <pc:spChg chg="mod">
          <ac:chgData name="José Noriega" userId="cb1ae4245c053ff1" providerId="LiveId" clId="{C1F2E7E5-80A1-4665-983B-B83B8534058D}" dt="2026-05-15T18:09:16.627" v="2363" actId="207"/>
          <ac:spMkLst>
            <pc:docMk/>
            <pc:sldMk cId="1183626662" sldId="257"/>
            <ac:spMk id="93" creationId="{7AE60C09-6D97-71E7-3269-B46BF3CA9E0A}"/>
          </ac:spMkLst>
        </pc:spChg>
        <pc:spChg chg="mod">
          <ac:chgData name="José Noriega" userId="cb1ae4245c053ff1" providerId="LiveId" clId="{C1F2E7E5-80A1-4665-983B-B83B8534058D}" dt="2026-05-15T18:08:53.126" v="2362" actId="692"/>
          <ac:spMkLst>
            <pc:docMk/>
            <pc:sldMk cId="1183626662" sldId="257"/>
            <ac:spMk id="94" creationId="{904B46AE-7283-B5D7-680C-69BFF337BAE6}"/>
          </ac:spMkLst>
        </pc:spChg>
        <pc:spChg chg="mod">
          <ac:chgData name="José Noriega" userId="cb1ae4245c053ff1" providerId="LiveId" clId="{C1F2E7E5-80A1-4665-983B-B83B8534058D}" dt="2026-05-15T16:58:58.854" v="1254"/>
          <ac:spMkLst>
            <pc:docMk/>
            <pc:sldMk cId="1183626662" sldId="257"/>
            <ac:spMk id="99" creationId="{C8D46536-EE4C-C978-0F6F-1DDC52ECC706}"/>
          </ac:spMkLst>
        </pc:spChg>
        <pc:spChg chg="add mod topLvl">
          <ac:chgData name="José Noriega" userId="cb1ae4245c053ff1" providerId="LiveId" clId="{C1F2E7E5-80A1-4665-983B-B83B8534058D}" dt="2026-05-15T19:55:38.411" v="2385" actId="207"/>
          <ac:spMkLst>
            <pc:docMk/>
            <pc:sldMk cId="1183626662" sldId="257"/>
            <ac:spMk id="102" creationId="{0F717E7D-1E5C-2EC9-EB9C-221504EDB4F6}"/>
          </ac:spMkLst>
        </pc:spChg>
        <pc:spChg chg="mod">
          <ac:chgData name="José Noriega" userId="cb1ae4245c053ff1" providerId="LiveId" clId="{C1F2E7E5-80A1-4665-983B-B83B8534058D}" dt="2026-05-15T16:59:11.500" v="1256"/>
          <ac:spMkLst>
            <pc:docMk/>
            <pc:sldMk cId="1183626662" sldId="257"/>
            <ac:spMk id="104" creationId="{7DFE4AA0-88D0-E0C6-E44A-8CF160F9A030}"/>
          </ac:spMkLst>
        </pc:spChg>
        <pc:spChg chg="mod">
          <ac:chgData name="José Noriega" userId="cb1ae4245c053ff1" providerId="LiveId" clId="{C1F2E7E5-80A1-4665-983B-B83B8534058D}" dt="2026-05-15T16:59:11.500" v="1256"/>
          <ac:spMkLst>
            <pc:docMk/>
            <pc:sldMk cId="1183626662" sldId="257"/>
            <ac:spMk id="110" creationId="{BA09F30F-3438-14B1-51D2-A8564DD0D950}"/>
          </ac:spMkLst>
        </pc:spChg>
        <pc:spChg chg="add mod">
          <ac:chgData name="José Noriega" userId="cb1ae4245c053ff1" providerId="LiveId" clId="{C1F2E7E5-80A1-4665-983B-B83B8534058D}" dt="2026-05-15T18:07:48.816" v="2358" actId="207"/>
          <ac:spMkLst>
            <pc:docMk/>
            <pc:sldMk cId="1183626662" sldId="257"/>
            <ac:spMk id="115" creationId="{941FEEAC-5D86-00C4-206B-7F8B0E19BE07}"/>
          </ac:spMkLst>
        </pc:spChg>
        <pc:spChg chg="mod">
          <ac:chgData name="José Noriega" userId="cb1ae4245c053ff1" providerId="LiveId" clId="{C1F2E7E5-80A1-4665-983B-B83B8534058D}" dt="2026-05-15T18:09:16.627" v="2363" actId="207"/>
          <ac:spMkLst>
            <pc:docMk/>
            <pc:sldMk cId="1183626662" sldId="257"/>
            <ac:spMk id="117" creationId="{0ED658BF-02C0-044B-32C6-5F1A1B9E981A}"/>
          </ac:spMkLst>
        </pc:spChg>
        <pc:spChg chg="mod">
          <ac:chgData name="José Noriega" userId="cb1ae4245c053ff1" providerId="LiveId" clId="{C1F2E7E5-80A1-4665-983B-B83B8534058D}" dt="2026-05-15T18:08:53.126" v="2362" actId="692"/>
          <ac:spMkLst>
            <pc:docMk/>
            <pc:sldMk cId="1183626662" sldId="257"/>
            <ac:spMk id="118" creationId="{4FA41065-D30C-A513-F002-10E78CD5B333}"/>
          </ac:spMkLst>
        </pc:spChg>
        <pc:spChg chg="mod">
          <ac:chgData name="José Noriega" userId="cb1ae4245c053ff1" providerId="LiveId" clId="{C1F2E7E5-80A1-4665-983B-B83B8534058D}" dt="2026-05-15T17:23:17.714" v="1504" actId="165"/>
          <ac:spMkLst>
            <pc:docMk/>
            <pc:sldMk cId="1183626662" sldId="257"/>
            <ac:spMk id="123" creationId="{B8FBC0C8-9EF9-3F6F-79B7-EC46F44A13E0}"/>
          </ac:spMkLst>
        </pc:spChg>
        <pc:spChg chg="add mod ord topLvl">
          <ac:chgData name="José Noriega" userId="cb1ae4245c053ff1" providerId="LiveId" clId="{C1F2E7E5-80A1-4665-983B-B83B8534058D}" dt="2026-05-17T11:30:07.686" v="4045" actId="207"/>
          <ac:spMkLst>
            <pc:docMk/>
            <pc:sldMk cId="1183626662" sldId="257"/>
            <ac:spMk id="126" creationId="{D15633A4-1A95-6578-51A8-82BDB356FA45}"/>
          </ac:spMkLst>
        </pc:spChg>
        <pc:spChg chg="add mod">
          <ac:chgData name="José Noriega" userId="cb1ae4245c053ff1" providerId="LiveId" clId="{C1F2E7E5-80A1-4665-983B-B83B8534058D}" dt="2026-05-17T11:30:11.768" v="4046" actId="207"/>
          <ac:spMkLst>
            <pc:docMk/>
            <pc:sldMk cId="1183626662" sldId="257"/>
            <ac:spMk id="127" creationId="{C2A4F0D1-EC27-0A79-2C6E-B2C48B5D652D}"/>
          </ac:spMkLst>
        </pc:spChg>
        <pc:spChg chg="mod">
          <ac:chgData name="José Noriega" userId="cb1ae4245c053ff1" providerId="LiveId" clId="{C1F2E7E5-80A1-4665-983B-B83B8534058D}" dt="2026-05-15T17:01:36.131" v="1269"/>
          <ac:spMkLst>
            <pc:docMk/>
            <pc:sldMk cId="1183626662" sldId="257"/>
            <ac:spMk id="129" creationId="{639BCD47-8C4D-CA03-16B4-2D33D6132CFE}"/>
          </ac:spMkLst>
        </pc:spChg>
        <pc:spChg chg="add mod">
          <ac:chgData name="José Noriega" userId="cb1ae4245c053ff1" providerId="LiveId" clId="{C1F2E7E5-80A1-4665-983B-B83B8534058D}" dt="2026-05-15T17:18:43.739" v="1493" actId="164"/>
          <ac:spMkLst>
            <pc:docMk/>
            <pc:sldMk cId="1183626662" sldId="257"/>
            <ac:spMk id="132" creationId="{4099EBC6-B46E-3464-C8F6-B206650F3FD6}"/>
          </ac:spMkLst>
        </pc:spChg>
        <pc:spChg chg="add mod topLvl">
          <ac:chgData name="José Noriega" userId="cb1ae4245c053ff1" providerId="LiveId" clId="{C1F2E7E5-80A1-4665-983B-B83B8534058D}" dt="2026-05-15T17:23:17.714" v="1504" actId="165"/>
          <ac:spMkLst>
            <pc:docMk/>
            <pc:sldMk cId="1183626662" sldId="257"/>
            <ac:spMk id="133" creationId="{C9B39D18-0FD5-C428-C683-CDD7954594A0}"/>
          </ac:spMkLst>
        </pc:spChg>
        <pc:spChg chg="add del mod">
          <ac:chgData name="José Noriega" userId="cb1ae4245c053ff1" providerId="LiveId" clId="{C1F2E7E5-80A1-4665-983B-B83B8534058D}" dt="2026-05-15T17:15:13.970" v="1480" actId="1036"/>
          <ac:spMkLst>
            <pc:docMk/>
            <pc:sldMk cId="1183626662" sldId="257"/>
            <ac:spMk id="134" creationId="{A9E141F1-A509-0D05-CB72-53077C52CDA4}"/>
          </ac:spMkLst>
        </pc:spChg>
        <pc:spChg chg="add mod">
          <ac:chgData name="José Noriega" userId="cb1ae4245c053ff1" providerId="LiveId" clId="{C1F2E7E5-80A1-4665-983B-B83B8534058D}" dt="2026-05-15T17:15:13.970" v="1480" actId="1036"/>
          <ac:spMkLst>
            <pc:docMk/>
            <pc:sldMk cId="1183626662" sldId="257"/>
            <ac:spMk id="135" creationId="{7258EA28-E1C3-F9AC-A017-B9D23F1203D0}"/>
          </ac:spMkLst>
        </pc:spChg>
        <pc:spChg chg="add mod">
          <ac:chgData name="José Noriega" userId="cb1ae4245c053ff1" providerId="LiveId" clId="{C1F2E7E5-80A1-4665-983B-B83B8534058D}" dt="2026-05-15T17:15:13.970" v="1480" actId="1036"/>
          <ac:spMkLst>
            <pc:docMk/>
            <pc:sldMk cId="1183626662" sldId="257"/>
            <ac:spMk id="136" creationId="{927F4CB3-E982-306D-2AFF-EB8738E10F5A}"/>
          </ac:spMkLst>
        </pc:spChg>
        <pc:spChg chg="add mod topLvl">
          <ac:chgData name="José Noriega" userId="cb1ae4245c053ff1" providerId="LiveId" clId="{C1F2E7E5-80A1-4665-983B-B83B8534058D}" dt="2026-05-15T17:39:51.668" v="1821" actId="164"/>
          <ac:spMkLst>
            <pc:docMk/>
            <pc:sldMk cId="1183626662" sldId="257"/>
            <ac:spMk id="137" creationId="{7899F1E7-4B77-DD98-8A64-3750D60C8F6D}"/>
          </ac:spMkLst>
        </pc:spChg>
        <pc:spChg chg="add mod">
          <ac:chgData name="José Noriega" userId="cb1ae4245c053ff1" providerId="LiveId" clId="{C1F2E7E5-80A1-4665-983B-B83B8534058D}" dt="2026-05-15T17:15:13.970" v="1480" actId="1036"/>
          <ac:spMkLst>
            <pc:docMk/>
            <pc:sldMk cId="1183626662" sldId="257"/>
            <ac:spMk id="138" creationId="{F8017319-A4CD-CCC9-17C2-A70F94DBFB94}"/>
          </ac:spMkLst>
        </pc:spChg>
        <pc:spChg chg="add mod">
          <ac:chgData name="José Noriega" userId="cb1ae4245c053ff1" providerId="LiveId" clId="{C1F2E7E5-80A1-4665-983B-B83B8534058D}" dt="2026-05-15T18:04:01.636" v="2249" actId="14100"/>
          <ac:spMkLst>
            <pc:docMk/>
            <pc:sldMk cId="1183626662" sldId="257"/>
            <ac:spMk id="139" creationId="{B6235B83-87B5-4410-514B-0059E8E8B534}"/>
          </ac:spMkLst>
        </pc:spChg>
        <pc:spChg chg="add mod">
          <ac:chgData name="José Noriega" userId="cb1ae4245c053ff1" providerId="LiveId" clId="{C1F2E7E5-80A1-4665-983B-B83B8534058D}" dt="2026-05-15T17:15:07.221" v="1476" actId="1036"/>
          <ac:spMkLst>
            <pc:docMk/>
            <pc:sldMk cId="1183626662" sldId="257"/>
            <ac:spMk id="140" creationId="{8073672F-39B2-3B7F-114B-87852672661F}"/>
          </ac:spMkLst>
        </pc:spChg>
        <pc:spChg chg="add mod">
          <ac:chgData name="José Noriega" userId="cb1ae4245c053ff1" providerId="LiveId" clId="{C1F2E7E5-80A1-4665-983B-B83B8534058D}" dt="2026-05-15T17:18:43.739" v="1493" actId="164"/>
          <ac:spMkLst>
            <pc:docMk/>
            <pc:sldMk cId="1183626662" sldId="257"/>
            <ac:spMk id="141" creationId="{32919039-EC43-448F-0583-FBC03BD2F225}"/>
          </ac:spMkLst>
        </pc:spChg>
        <pc:spChg chg="add mod topLvl">
          <ac:chgData name="José Noriega" userId="cb1ae4245c053ff1" providerId="LiveId" clId="{C1F2E7E5-80A1-4665-983B-B83B8534058D}" dt="2026-05-15T17:39:51.668" v="1821" actId="164"/>
          <ac:spMkLst>
            <pc:docMk/>
            <pc:sldMk cId="1183626662" sldId="257"/>
            <ac:spMk id="142" creationId="{1685E5A4-2E7B-F4DA-AC61-6D1B7F52DDB3}"/>
          </ac:spMkLst>
        </pc:spChg>
        <pc:spChg chg="add mod">
          <ac:chgData name="José Noriega" userId="cb1ae4245c053ff1" providerId="LiveId" clId="{C1F2E7E5-80A1-4665-983B-B83B8534058D}" dt="2026-05-15T17:18:43.739" v="1493" actId="164"/>
          <ac:spMkLst>
            <pc:docMk/>
            <pc:sldMk cId="1183626662" sldId="257"/>
            <ac:spMk id="143" creationId="{FB2946B8-A217-491A-1449-307203D59469}"/>
          </ac:spMkLst>
        </pc:spChg>
        <pc:spChg chg="add mod">
          <ac:chgData name="José Noriega" userId="cb1ae4245c053ff1" providerId="LiveId" clId="{C1F2E7E5-80A1-4665-983B-B83B8534058D}" dt="2026-05-15T17:15:07.221" v="1476" actId="1036"/>
          <ac:spMkLst>
            <pc:docMk/>
            <pc:sldMk cId="1183626662" sldId="257"/>
            <ac:spMk id="144" creationId="{EDE72444-D108-6356-A463-3173B70DCFD8}"/>
          </ac:spMkLst>
        </pc:spChg>
        <pc:spChg chg="add mod">
          <ac:chgData name="José Noriega" userId="cb1ae4245c053ff1" providerId="LiveId" clId="{C1F2E7E5-80A1-4665-983B-B83B8534058D}" dt="2026-05-15T17:15:07.221" v="1476" actId="1036"/>
          <ac:spMkLst>
            <pc:docMk/>
            <pc:sldMk cId="1183626662" sldId="257"/>
            <ac:spMk id="145" creationId="{92266820-612A-8E7E-7C21-A8E41D3823A6}"/>
          </ac:spMkLst>
        </pc:spChg>
        <pc:spChg chg="add mod">
          <ac:chgData name="José Noriega" userId="cb1ae4245c053ff1" providerId="LiveId" clId="{C1F2E7E5-80A1-4665-983B-B83B8534058D}" dt="2026-05-15T17:15:07.221" v="1476" actId="1036"/>
          <ac:spMkLst>
            <pc:docMk/>
            <pc:sldMk cId="1183626662" sldId="257"/>
            <ac:spMk id="150" creationId="{5A872BA8-6D72-FDAC-54DA-99E4C6EB1A8C}"/>
          </ac:spMkLst>
        </pc:spChg>
        <pc:spChg chg="add mod">
          <ac:chgData name="José Noriega" userId="cb1ae4245c053ff1" providerId="LiveId" clId="{C1F2E7E5-80A1-4665-983B-B83B8534058D}" dt="2026-05-15T17:15:07.221" v="1476" actId="1036"/>
          <ac:spMkLst>
            <pc:docMk/>
            <pc:sldMk cId="1183626662" sldId="257"/>
            <ac:spMk id="151" creationId="{21F7A837-2B88-C730-CC8D-CC010F67FB83}"/>
          </ac:spMkLst>
        </pc:spChg>
        <pc:spChg chg="add mod">
          <ac:chgData name="José Noriega" userId="cb1ae4245c053ff1" providerId="LiveId" clId="{C1F2E7E5-80A1-4665-983B-B83B8534058D}" dt="2026-05-15T17:15:07.221" v="1476" actId="1036"/>
          <ac:spMkLst>
            <pc:docMk/>
            <pc:sldMk cId="1183626662" sldId="257"/>
            <ac:spMk id="152" creationId="{05BD2199-3F0E-1324-E91A-0EE721760844}"/>
          </ac:spMkLst>
        </pc:spChg>
        <pc:spChg chg="mod">
          <ac:chgData name="José Noriega" userId="cb1ae4245c053ff1" providerId="LiveId" clId="{C1F2E7E5-80A1-4665-983B-B83B8534058D}" dt="2026-05-15T18:09:54.233" v="2366" actId="207"/>
          <ac:spMkLst>
            <pc:docMk/>
            <pc:sldMk cId="1183626662" sldId="257"/>
            <ac:spMk id="175" creationId="{E01F0A16-0851-3CBA-4654-77C03C3083EB}"/>
          </ac:spMkLst>
        </pc:spChg>
        <pc:spChg chg="mod">
          <ac:chgData name="José Noriega" userId="cb1ae4245c053ff1" providerId="LiveId" clId="{C1F2E7E5-80A1-4665-983B-B83B8534058D}" dt="2026-05-15T18:09:48.539" v="2364" actId="692"/>
          <ac:spMkLst>
            <pc:docMk/>
            <pc:sldMk cId="1183626662" sldId="257"/>
            <ac:spMk id="176" creationId="{2FDB08E3-890D-E737-AA1B-B1A149C146A1}"/>
          </ac:spMkLst>
        </pc:spChg>
        <pc:spChg chg="add mod">
          <ac:chgData name="José Noriega" userId="cb1ae4245c053ff1" providerId="LiveId" clId="{C1F2E7E5-80A1-4665-983B-B83B8534058D}" dt="2026-05-17T11:30:15.671" v="4047" actId="207"/>
          <ac:spMkLst>
            <pc:docMk/>
            <pc:sldMk cId="1183626662" sldId="257"/>
            <ac:spMk id="192" creationId="{B607FC1B-99AB-42FE-C6D6-BECE7286C681}"/>
          </ac:spMkLst>
        </pc:spChg>
        <pc:spChg chg="add mod">
          <ac:chgData name="José Noriega" userId="cb1ae4245c053ff1" providerId="LiveId" clId="{C1F2E7E5-80A1-4665-983B-B83B8534058D}" dt="2026-05-15T17:39:51.668" v="1821" actId="164"/>
          <ac:spMkLst>
            <pc:docMk/>
            <pc:sldMk cId="1183626662" sldId="257"/>
            <ac:spMk id="193" creationId="{00C77789-4F76-0ADD-1CE3-4894D3D5B64B}"/>
          </ac:spMkLst>
        </pc:spChg>
        <pc:spChg chg="add mod">
          <ac:chgData name="José Noriega" userId="cb1ae4245c053ff1" providerId="LiveId" clId="{C1F2E7E5-80A1-4665-983B-B83B8534058D}" dt="2026-05-15T17:39:51.668" v="1821" actId="164"/>
          <ac:spMkLst>
            <pc:docMk/>
            <pc:sldMk cId="1183626662" sldId="257"/>
            <ac:spMk id="194" creationId="{5ADDED88-09C2-1715-9FD6-BAF347A230B9}"/>
          </ac:spMkLst>
        </pc:spChg>
        <pc:spChg chg="add mod">
          <ac:chgData name="José Noriega" userId="cb1ae4245c053ff1" providerId="LiveId" clId="{C1F2E7E5-80A1-4665-983B-B83B8534058D}" dt="2026-05-15T17:23:31.545" v="1507" actId="1076"/>
          <ac:spMkLst>
            <pc:docMk/>
            <pc:sldMk cId="1183626662" sldId="257"/>
            <ac:spMk id="195" creationId="{2EDACBA2-B626-10A7-1E75-E0DA9397E252}"/>
          </ac:spMkLst>
        </pc:spChg>
        <pc:spChg chg="add mod">
          <ac:chgData name="José Noriega" userId="cb1ae4245c053ff1" providerId="LiveId" clId="{C1F2E7E5-80A1-4665-983B-B83B8534058D}" dt="2026-05-15T17:23:31.545" v="1507" actId="1076"/>
          <ac:spMkLst>
            <pc:docMk/>
            <pc:sldMk cId="1183626662" sldId="257"/>
            <ac:spMk id="196" creationId="{0313B061-3BEE-22FF-0A49-A72DAED39721}"/>
          </ac:spMkLst>
        </pc:spChg>
        <pc:spChg chg="add mod">
          <ac:chgData name="José Noriega" userId="cb1ae4245c053ff1" providerId="LiveId" clId="{C1F2E7E5-80A1-4665-983B-B83B8534058D}" dt="2026-05-15T17:23:31.545" v="1507" actId="1076"/>
          <ac:spMkLst>
            <pc:docMk/>
            <pc:sldMk cId="1183626662" sldId="257"/>
            <ac:spMk id="197" creationId="{39C3DFB7-FEF5-2EC9-25A6-4B84761B4C4C}"/>
          </ac:spMkLst>
        </pc:spChg>
        <pc:spChg chg="add mod">
          <ac:chgData name="José Noriega" userId="cb1ae4245c053ff1" providerId="LiveId" clId="{C1F2E7E5-80A1-4665-983B-B83B8534058D}" dt="2026-05-15T17:23:31.545" v="1507" actId="1076"/>
          <ac:spMkLst>
            <pc:docMk/>
            <pc:sldMk cId="1183626662" sldId="257"/>
            <ac:spMk id="198" creationId="{2A5B3CF0-8B4F-DF83-A0AF-4E76199C937D}"/>
          </ac:spMkLst>
        </pc:spChg>
        <pc:spChg chg="add mod">
          <ac:chgData name="José Noriega" userId="cb1ae4245c053ff1" providerId="LiveId" clId="{C1F2E7E5-80A1-4665-983B-B83B8534058D}" dt="2026-05-15T17:23:31.545" v="1507" actId="1076"/>
          <ac:spMkLst>
            <pc:docMk/>
            <pc:sldMk cId="1183626662" sldId="257"/>
            <ac:spMk id="203" creationId="{5F72D89F-615F-D65F-A822-84EE66FE0CC6}"/>
          </ac:spMkLst>
        </pc:spChg>
        <pc:spChg chg="add mod">
          <ac:chgData name="José Noriega" userId="cb1ae4245c053ff1" providerId="LiveId" clId="{C1F2E7E5-80A1-4665-983B-B83B8534058D}" dt="2026-05-15T17:39:51.668" v="1821" actId="164"/>
          <ac:spMkLst>
            <pc:docMk/>
            <pc:sldMk cId="1183626662" sldId="257"/>
            <ac:spMk id="204" creationId="{DF9B5182-20A7-AC0E-DED6-3692CFE396F5}"/>
          </ac:spMkLst>
        </pc:spChg>
        <pc:spChg chg="add mod">
          <ac:chgData name="José Noriega" userId="cb1ae4245c053ff1" providerId="LiveId" clId="{C1F2E7E5-80A1-4665-983B-B83B8534058D}" dt="2026-05-15T17:23:31.545" v="1507" actId="1076"/>
          <ac:spMkLst>
            <pc:docMk/>
            <pc:sldMk cId="1183626662" sldId="257"/>
            <ac:spMk id="205" creationId="{AA97881B-9BAD-E129-9C19-80891EDFEF1A}"/>
          </ac:spMkLst>
        </pc:spChg>
        <pc:spChg chg="mod topLvl">
          <ac:chgData name="José Noriega" userId="cb1ae4245c053ff1" providerId="LiveId" clId="{C1F2E7E5-80A1-4665-983B-B83B8534058D}" dt="2026-05-15T18:10:21.442" v="2369" actId="207"/>
          <ac:spMkLst>
            <pc:docMk/>
            <pc:sldMk cId="1183626662" sldId="257"/>
            <ac:spMk id="227" creationId="{2C123A53-9DE8-A924-58F5-6F16EE44C3B3}"/>
          </ac:spMkLst>
        </pc:spChg>
        <pc:spChg chg="add mod">
          <ac:chgData name="José Noriega" userId="cb1ae4245c053ff1" providerId="LiveId" clId="{C1F2E7E5-80A1-4665-983B-B83B8534058D}" dt="2026-05-15T18:10:13.274" v="2367" actId="692"/>
          <ac:spMkLst>
            <pc:docMk/>
            <pc:sldMk cId="1183626662" sldId="257"/>
            <ac:spMk id="229" creationId="{D86924D1-F3B8-CFFA-C4AD-094B96C1CB20}"/>
          </ac:spMkLst>
        </pc:spChg>
        <pc:spChg chg="add mod">
          <ac:chgData name="José Noriega" userId="cb1ae4245c053ff1" providerId="LiveId" clId="{C1F2E7E5-80A1-4665-983B-B83B8534058D}" dt="2026-05-15T17:27:34.930" v="1531" actId="14100"/>
          <ac:spMkLst>
            <pc:docMk/>
            <pc:sldMk cId="1183626662" sldId="257"/>
            <ac:spMk id="237" creationId="{1BC73796-6C3E-35B7-E7A0-8F28E6FFD8D8}"/>
          </ac:spMkLst>
        </pc:spChg>
        <pc:spChg chg="add mod">
          <ac:chgData name="José Noriega" userId="cb1ae4245c053ff1" providerId="LiveId" clId="{C1F2E7E5-80A1-4665-983B-B83B8534058D}" dt="2026-05-15T17:39:51.668" v="1821" actId="164"/>
          <ac:spMkLst>
            <pc:docMk/>
            <pc:sldMk cId="1183626662" sldId="257"/>
            <ac:spMk id="238" creationId="{F782DD8E-8FC6-2D99-AEAB-8E7BDC412A3A}"/>
          </ac:spMkLst>
        </pc:spChg>
        <pc:spChg chg="add mod">
          <ac:chgData name="José Noriega" userId="cb1ae4245c053ff1" providerId="LiveId" clId="{C1F2E7E5-80A1-4665-983B-B83B8534058D}" dt="2026-05-15T17:30:38.995" v="1640" actId="1035"/>
          <ac:spMkLst>
            <pc:docMk/>
            <pc:sldMk cId="1183626662" sldId="257"/>
            <ac:spMk id="239" creationId="{0408137F-2498-17B6-7918-10586C6B1032}"/>
          </ac:spMkLst>
        </pc:spChg>
        <pc:spChg chg="add mod">
          <ac:chgData name="José Noriega" userId="cb1ae4245c053ff1" providerId="LiveId" clId="{C1F2E7E5-80A1-4665-983B-B83B8534058D}" dt="2026-05-15T17:39:51.668" v="1821" actId="164"/>
          <ac:spMkLst>
            <pc:docMk/>
            <pc:sldMk cId="1183626662" sldId="257"/>
            <ac:spMk id="240" creationId="{D19D24CB-B8AC-FCC7-1D94-289B07316EDB}"/>
          </ac:spMkLst>
        </pc:spChg>
        <pc:spChg chg="add mod">
          <ac:chgData name="José Noriega" userId="cb1ae4245c053ff1" providerId="LiveId" clId="{C1F2E7E5-80A1-4665-983B-B83B8534058D}" dt="2026-05-17T11:30:18.579" v="4048" actId="207"/>
          <ac:spMkLst>
            <pc:docMk/>
            <pc:sldMk cId="1183626662" sldId="257"/>
            <ac:spMk id="241" creationId="{3651D062-E7B1-BC68-7E31-164E3B8E2250}"/>
          </ac:spMkLst>
        </pc:spChg>
        <pc:spChg chg="add mod">
          <ac:chgData name="José Noriega" userId="cb1ae4245c053ff1" providerId="LiveId" clId="{C1F2E7E5-80A1-4665-983B-B83B8534058D}" dt="2026-05-15T17:31:05.314" v="1642" actId="1076"/>
          <ac:spMkLst>
            <pc:docMk/>
            <pc:sldMk cId="1183626662" sldId="257"/>
            <ac:spMk id="242" creationId="{0F37E6C4-5434-4C93-B56A-306FD5201CE9}"/>
          </ac:spMkLst>
        </pc:spChg>
        <pc:spChg chg="add mod">
          <ac:chgData name="José Noriega" userId="cb1ae4245c053ff1" providerId="LiveId" clId="{C1F2E7E5-80A1-4665-983B-B83B8534058D}" dt="2026-05-15T17:31:05.314" v="1642" actId="1076"/>
          <ac:spMkLst>
            <pc:docMk/>
            <pc:sldMk cId="1183626662" sldId="257"/>
            <ac:spMk id="244" creationId="{EA83F32A-59F3-4D66-1B91-A9593A2288DF}"/>
          </ac:spMkLst>
        </pc:spChg>
        <pc:spChg chg="add mod">
          <ac:chgData name="José Noriega" userId="cb1ae4245c053ff1" providerId="LiveId" clId="{C1F2E7E5-80A1-4665-983B-B83B8534058D}" dt="2026-05-15T17:31:05.314" v="1642" actId="1076"/>
          <ac:spMkLst>
            <pc:docMk/>
            <pc:sldMk cId="1183626662" sldId="257"/>
            <ac:spMk id="245" creationId="{A5949F41-3896-5E49-8AD1-012E7BCED0EC}"/>
          </ac:spMkLst>
        </pc:spChg>
        <pc:spChg chg="add mod">
          <ac:chgData name="José Noriega" userId="cb1ae4245c053ff1" providerId="LiveId" clId="{C1F2E7E5-80A1-4665-983B-B83B8534058D}" dt="2026-05-15T17:31:05.314" v="1642" actId="1076"/>
          <ac:spMkLst>
            <pc:docMk/>
            <pc:sldMk cId="1183626662" sldId="257"/>
            <ac:spMk id="246" creationId="{8064A08B-DD15-4867-4141-0932DA02443E}"/>
          </ac:spMkLst>
        </pc:spChg>
        <pc:spChg chg="add mod">
          <ac:chgData name="José Noriega" userId="cb1ae4245c053ff1" providerId="LiveId" clId="{C1F2E7E5-80A1-4665-983B-B83B8534058D}" dt="2026-05-20T02:21:27.420" v="4105" actId="1036"/>
          <ac:spMkLst>
            <pc:docMk/>
            <pc:sldMk cId="1183626662" sldId="257"/>
            <ac:spMk id="253" creationId="{8E617833-7CA3-9FAB-79EF-56F477778BB8}"/>
          </ac:spMkLst>
        </pc:spChg>
        <pc:spChg chg="add mod">
          <ac:chgData name="José Noriega" userId="cb1ae4245c053ff1" providerId="LiveId" clId="{C1F2E7E5-80A1-4665-983B-B83B8534058D}" dt="2026-05-15T18:10:21.442" v="2369" actId="207"/>
          <ac:spMkLst>
            <pc:docMk/>
            <pc:sldMk cId="1183626662" sldId="257"/>
            <ac:spMk id="269" creationId="{B2BA1B03-5BA1-2E45-5DF1-6112809A28D1}"/>
          </ac:spMkLst>
        </pc:spChg>
        <pc:spChg chg="mod">
          <ac:chgData name="José Noriega" userId="cb1ae4245c053ff1" providerId="LiveId" clId="{C1F2E7E5-80A1-4665-983B-B83B8534058D}" dt="2026-05-15T18:10:13.274" v="2367" actId="692"/>
          <ac:spMkLst>
            <pc:docMk/>
            <pc:sldMk cId="1183626662" sldId="257"/>
            <ac:spMk id="270" creationId="{4EAB7324-F119-01E6-286F-7F8A527C695B}"/>
          </ac:spMkLst>
        </pc:spChg>
        <pc:spChg chg="add mod">
          <ac:chgData name="José Noriega" userId="cb1ae4245c053ff1" providerId="LiveId" clId="{C1F2E7E5-80A1-4665-983B-B83B8534058D}" dt="2026-05-15T17:35:46.289" v="1784" actId="1036"/>
          <ac:spMkLst>
            <pc:docMk/>
            <pc:sldMk cId="1183626662" sldId="257"/>
            <ac:spMk id="275" creationId="{D16D9A83-0989-6379-24E1-3CAE74DDCD90}"/>
          </ac:spMkLst>
        </pc:spChg>
        <pc:spChg chg="add mod">
          <ac:chgData name="José Noriega" userId="cb1ae4245c053ff1" providerId="LiveId" clId="{C1F2E7E5-80A1-4665-983B-B83B8534058D}" dt="2026-05-15T17:39:51.668" v="1821" actId="164"/>
          <ac:spMkLst>
            <pc:docMk/>
            <pc:sldMk cId="1183626662" sldId="257"/>
            <ac:spMk id="276" creationId="{EBDC5E47-7B43-5BFB-B085-DCCBEE3A102E}"/>
          </ac:spMkLst>
        </pc:spChg>
        <pc:spChg chg="add mod">
          <ac:chgData name="José Noriega" userId="cb1ae4245c053ff1" providerId="LiveId" clId="{C1F2E7E5-80A1-4665-983B-B83B8534058D}" dt="2026-05-15T17:35:46.289" v="1784" actId="1036"/>
          <ac:spMkLst>
            <pc:docMk/>
            <pc:sldMk cId="1183626662" sldId="257"/>
            <ac:spMk id="277" creationId="{F4F43418-0191-4DB6-5D8A-9C653FB8E67B}"/>
          </ac:spMkLst>
        </pc:spChg>
        <pc:spChg chg="add mod">
          <ac:chgData name="José Noriega" userId="cb1ae4245c053ff1" providerId="LiveId" clId="{C1F2E7E5-80A1-4665-983B-B83B8534058D}" dt="2026-05-20T02:21:27.420" v="4105" actId="1036"/>
          <ac:spMkLst>
            <pc:docMk/>
            <pc:sldMk cId="1183626662" sldId="257"/>
            <ac:spMk id="278" creationId="{D6CDB4B1-C38F-118F-8F1E-B401214071DA}"/>
          </ac:spMkLst>
        </pc:spChg>
        <pc:spChg chg="add mod">
          <ac:chgData name="José Noriega" userId="cb1ae4245c053ff1" providerId="LiveId" clId="{C1F2E7E5-80A1-4665-983B-B83B8534058D}" dt="2026-05-20T02:21:27.420" v="4105" actId="1036"/>
          <ac:spMkLst>
            <pc:docMk/>
            <pc:sldMk cId="1183626662" sldId="257"/>
            <ac:spMk id="279" creationId="{89191D7E-6AF1-FA9B-89B8-5C5E17832C11}"/>
          </ac:spMkLst>
        </pc:spChg>
        <pc:spChg chg="add mod">
          <ac:chgData name="José Noriega" userId="cb1ae4245c053ff1" providerId="LiveId" clId="{C1F2E7E5-80A1-4665-983B-B83B8534058D}" dt="2026-05-20T02:21:27.420" v="4105" actId="1036"/>
          <ac:spMkLst>
            <pc:docMk/>
            <pc:sldMk cId="1183626662" sldId="257"/>
            <ac:spMk id="280" creationId="{8232E04A-4803-E385-16CF-27EB3121EF60}"/>
          </ac:spMkLst>
        </pc:spChg>
        <pc:spChg chg="add mod">
          <ac:chgData name="José Noriega" userId="cb1ae4245c053ff1" providerId="LiveId" clId="{C1F2E7E5-80A1-4665-983B-B83B8534058D}" dt="2026-05-15T17:35:46.289" v="1784" actId="1036"/>
          <ac:spMkLst>
            <pc:docMk/>
            <pc:sldMk cId="1183626662" sldId="257"/>
            <ac:spMk id="301" creationId="{186DC1C9-2F61-E07F-83C8-ADE8078330BF}"/>
          </ac:spMkLst>
        </pc:spChg>
        <pc:spChg chg="add mod">
          <ac:chgData name="José Noriega" userId="cb1ae4245c053ff1" providerId="LiveId" clId="{C1F2E7E5-80A1-4665-983B-B83B8534058D}" dt="2026-05-20T02:28:12.859" v="4180" actId="1035"/>
          <ac:spMkLst>
            <pc:docMk/>
            <pc:sldMk cId="1183626662" sldId="257"/>
            <ac:spMk id="910" creationId="{30B1C913-9AC4-B772-57E2-D36CB0911C71}"/>
          </ac:spMkLst>
        </pc:spChg>
        <pc:spChg chg="add mod">
          <ac:chgData name="José Noriega" userId="cb1ae4245c053ff1" providerId="LiveId" clId="{C1F2E7E5-80A1-4665-983B-B83B8534058D}" dt="2026-05-20T02:28:15.998" v="4182" actId="1035"/>
          <ac:spMkLst>
            <pc:docMk/>
            <pc:sldMk cId="1183626662" sldId="257"/>
            <ac:spMk id="911" creationId="{09BA269D-2773-FE5C-9F7F-8F8843710902}"/>
          </ac:spMkLst>
        </pc:spChg>
        <pc:spChg chg="add mod">
          <ac:chgData name="José Noriega" userId="cb1ae4245c053ff1" providerId="LiveId" clId="{C1F2E7E5-80A1-4665-983B-B83B8534058D}" dt="2026-05-20T02:28:05.572" v="4178" actId="1037"/>
          <ac:spMkLst>
            <pc:docMk/>
            <pc:sldMk cId="1183626662" sldId="257"/>
            <ac:spMk id="912" creationId="{EC3212D7-E089-7347-66E5-5DE7A40D5E4B}"/>
          </ac:spMkLst>
        </pc:spChg>
        <pc:spChg chg="add mod">
          <ac:chgData name="José Noriega" userId="cb1ae4245c053ff1" providerId="LiveId" clId="{C1F2E7E5-80A1-4665-983B-B83B8534058D}" dt="2026-05-20T02:27:58.240" v="4173" actId="1035"/>
          <ac:spMkLst>
            <pc:docMk/>
            <pc:sldMk cId="1183626662" sldId="257"/>
            <ac:spMk id="913" creationId="{80F32B94-55E2-FC0D-D5DE-267E7D7B9F2F}"/>
          </ac:spMkLst>
        </pc:spChg>
        <pc:spChg chg="add mod">
          <ac:chgData name="José Noriega" userId="cb1ae4245c053ff1" providerId="LiveId" clId="{C1F2E7E5-80A1-4665-983B-B83B8534058D}" dt="2026-05-15T18:07:06.809" v="2355" actId="164"/>
          <ac:spMkLst>
            <pc:docMk/>
            <pc:sldMk cId="1183626662" sldId="257"/>
            <ac:spMk id="914" creationId="{B580EA17-4919-A54D-743D-B37E477BBC63}"/>
          </ac:spMkLst>
        </pc:spChg>
        <pc:spChg chg="add mod">
          <ac:chgData name="José Noriega" userId="cb1ae4245c053ff1" providerId="LiveId" clId="{C1F2E7E5-80A1-4665-983B-B83B8534058D}" dt="2026-05-20T02:28:26.124" v="4193" actId="1036"/>
          <ac:spMkLst>
            <pc:docMk/>
            <pc:sldMk cId="1183626662" sldId="257"/>
            <ac:spMk id="915" creationId="{829C56CB-14F2-B54D-4CE9-635DA3C3199F}"/>
          </ac:spMkLst>
        </pc:spChg>
        <pc:spChg chg="add mod">
          <ac:chgData name="José Noriega" userId="cb1ae4245c053ff1" providerId="LiveId" clId="{C1F2E7E5-80A1-4665-983B-B83B8534058D}" dt="2026-05-20T02:27:53.725" v="4171" actId="1035"/>
          <ac:spMkLst>
            <pc:docMk/>
            <pc:sldMk cId="1183626662" sldId="257"/>
            <ac:spMk id="916" creationId="{1EB5D569-E8A1-2948-FA77-D5A2D140EBED}"/>
          </ac:spMkLst>
        </pc:spChg>
        <pc:spChg chg="add mod">
          <ac:chgData name="José Noriega" userId="cb1ae4245c053ff1" providerId="LiveId" clId="{C1F2E7E5-80A1-4665-983B-B83B8534058D}" dt="2026-05-15T18:07:06.809" v="2355" actId="164"/>
          <ac:spMkLst>
            <pc:docMk/>
            <pc:sldMk cId="1183626662" sldId="257"/>
            <ac:spMk id="917" creationId="{521C2083-11A2-5B9D-97FB-FB4BD789C428}"/>
          </ac:spMkLst>
        </pc:spChg>
        <pc:spChg chg="add mod">
          <ac:chgData name="José Noriega" userId="cb1ae4245c053ff1" providerId="LiveId" clId="{C1F2E7E5-80A1-4665-983B-B83B8534058D}" dt="2026-05-20T02:29:07.346" v="4198" actId="1036"/>
          <ac:spMkLst>
            <pc:docMk/>
            <pc:sldMk cId="1183626662" sldId="257"/>
            <ac:spMk id="918" creationId="{1AF05FA0-2DD5-9259-62FB-B67754506953}"/>
          </ac:spMkLst>
        </pc:spChg>
        <pc:spChg chg="add mod">
          <ac:chgData name="José Noriega" userId="cb1ae4245c053ff1" providerId="LiveId" clId="{C1F2E7E5-80A1-4665-983B-B83B8534058D}" dt="2026-05-20T02:26:59.492" v="4153" actId="1076"/>
          <ac:spMkLst>
            <pc:docMk/>
            <pc:sldMk cId="1183626662" sldId="257"/>
            <ac:spMk id="924" creationId="{55208CB9-7C54-17A7-79EB-2D7D777A23BF}"/>
          </ac:spMkLst>
        </pc:spChg>
        <pc:spChg chg="add mod">
          <ac:chgData name="José Noriega" userId="cb1ae4245c053ff1" providerId="LiveId" clId="{C1F2E7E5-80A1-4665-983B-B83B8534058D}" dt="2026-05-20T02:27:18.043" v="4160" actId="1035"/>
          <ac:spMkLst>
            <pc:docMk/>
            <pc:sldMk cId="1183626662" sldId="257"/>
            <ac:spMk id="925" creationId="{3BDFE389-5F1C-40A0-1D77-5CAB4BEC3B40}"/>
          </ac:spMkLst>
        </pc:spChg>
        <pc:spChg chg="add mod">
          <ac:chgData name="José Noriega" userId="cb1ae4245c053ff1" providerId="LiveId" clId="{C1F2E7E5-80A1-4665-983B-B83B8534058D}" dt="2026-05-15T18:07:06.809" v="2355" actId="164"/>
          <ac:spMkLst>
            <pc:docMk/>
            <pc:sldMk cId="1183626662" sldId="257"/>
            <ac:spMk id="933" creationId="{5E387E32-4587-6648-995F-3892A944DE99}"/>
          </ac:spMkLst>
        </pc:spChg>
        <pc:spChg chg="add mod">
          <ac:chgData name="José Noriega" userId="cb1ae4245c053ff1" providerId="LiveId" clId="{C1F2E7E5-80A1-4665-983B-B83B8534058D}" dt="2026-05-15T18:07:06.809" v="2355" actId="164"/>
          <ac:spMkLst>
            <pc:docMk/>
            <pc:sldMk cId="1183626662" sldId="257"/>
            <ac:spMk id="934" creationId="{245925A4-9D28-8627-CDFA-1A1143E00360}"/>
          </ac:spMkLst>
        </pc:spChg>
        <pc:grpChg chg="add mod">
          <ac:chgData name="José Noriega" userId="cb1ae4245c053ff1" providerId="LiveId" clId="{C1F2E7E5-80A1-4665-983B-B83B8534058D}" dt="2026-05-15T16:52:31.548" v="1091" actId="1076"/>
          <ac:grpSpMkLst>
            <pc:docMk/>
            <pc:sldMk cId="1183626662" sldId="257"/>
            <ac:grpSpMk id="10" creationId="{1C350E4C-6157-ABDE-D97A-CB31E11C48E9}"/>
          </ac:grpSpMkLst>
        </pc:grpChg>
        <pc:grpChg chg="add mod">
          <ac:chgData name="José Noriega" userId="cb1ae4245c053ff1" providerId="LiveId" clId="{C1F2E7E5-80A1-4665-983B-B83B8534058D}" dt="2026-05-15T16:52:31.548" v="1091" actId="1076"/>
          <ac:grpSpMkLst>
            <pc:docMk/>
            <pc:sldMk cId="1183626662" sldId="257"/>
            <ac:grpSpMk id="11" creationId="{F92C97D9-85D8-835F-9EC0-ABBA0AE6F0B6}"/>
          </ac:grpSpMkLst>
        </pc:grpChg>
        <pc:grpChg chg="add mod">
          <ac:chgData name="José Noriega" userId="cb1ae4245c053ff1" providerId="LiveId" clId="{C1F2E7E5-80A1-4665-983B-B83B8534058D}" dt="2026-05-15T16:54:46.878" v="1202" actId="164"/>
          <ac:grpSpMkLst>
            <pc:docMk/>
            <pc:sldMk cId="1183626662" sldId="257"/>
            <ac:grpSpMk id="23" creationId="{74AA9222-1928-A231-C059-F91C701C72F8}"/>
          </ac:grpSpMkLst>
        </pc:grpChg>
        <pc:grpChg chg="add mod">
          <ac:chgData name="José Noriega" userId="cb1ae4245c053ff1" providerId="LiveId" clId="{C1F2E7E5-80A1-4665-983B-B83B8534058D}" dt="2026-05-15T16:56:13.740" v="1205" actId="1076"/>
          <ac:grpSpMkLst>
            <pc:docMk/>
            <pc:sldMk cId="1183626662" sldId="257"/>
            <ac:grpSpMk id="24" creationId="{7F870CF0-B293-1B98-06F8-2599218DF712}"/>
          </ac:grpSpMkLst>
        </pc:grpChg>
        <pc:grpChg chg="mod">
          <ac:chgData name="José Noriega" userId="cb1ae4245c053ff1" providerId="LiveId" clId="{C1F2E7E5-80A1-4665-983B-B83B8534058D}" dt="2026-05-15T16:58:48.543" v="1251" actId="1076"/>
          <ac:grpSpMkLst>
            <pc:docMk/>
            <pc:sldMk cId="1183626662" sldId="257"/>
            <ac:grpSpMk id="31" creationId="{6AEF9A53-3426-F0CC-7CF9-609B776C38CE}"/>
          </ac:grpSpMkLst>
        </pc:grpChg>
        <pc:grpChg chg="mod">
          <ac:chgData name="José Noriega" userId="cb1ae4245c053ff1" providerId="LiveId" clId="{C1F2E7E5-80A1-4665-983B-B83B8534058D}" dt="2026-05-15T16:58:48.543" v="1251" actId="1076"/>
          <ac:grpSpMkLst>
            <pc:docMk/>
            <pc:sldMk cId="1183626662" sldId="257"/>
            <ac:grpSpMk id="37" creationId="{FAE81B51-6949-A8F6-BD82-920ABA870F45}"/>
          </ac:grpSpMkLst>
        </pc:grpChg>
        <pc:grpChg chg="mod">
          <ac:chgData name="José Noriega" userId="cb1ae4245c053ff1" providerId="LiveId" clId="{C1F2E7E5-80A1-4665-983B-B83B8534058D}" dt="2026-05-15T16:58:48.543" v="1251" actId="1076"/>
          <ac:grpSpMkLst>
            <pc:docMk/>
            <pc:sldMk cId="1183626662" sldId="257"/>
            <ac:grpSpMk id="44" creationId="{ED881E75-1AFD-632F-7AC7-8C1420ADC288}"/>
          </ac:grpSpMkLst>
        </pc:grpChg>
        <pc:grpChg chg="mod">
          <ac:chgData name="José Noriega" userId="cb1ae4245c053ff1" providerId="LiveId" clId="{C1F2E7E5-80A1-4665-983B-B83B8534058D}" dt="2026-05-15T16:58:48.543" v="1251" actId="1076"/>
          <ac:grpSpMkLst>
            <pc:docMk/>
            <pc:sldMk cId="1183626662" sldId="257"/>
            <ac:grpSpMk id="50" creationId="{C6056AE4-5B17-5D9D-A124-1AA8E0FC8DCE}"/>
          </ac:grpSpMkLst>
        </pc:grpChg>
        <pc:grpChg chg="mod">
          <ac:chgData name="José Noriega" userId="cb1ae4245c053ff1" providerId="LiveId" clId="{C1F2E7E5-80A1-4665-983B-B83B8534058D}" dt="2026-05-15T16:58:57.116" v="1253" actId="1076"/>
          <ac:grpSpMkLst>
            <pc:docMk/>
            <pc:sldMk cId="1183626662" sldId="257"/>
            <ac:grpSpMk id="55" creationId="{84008FF4-393C-4A5A-EEEC-2C2ADE2315FF}"/>
          </ac:grpSpMkLst>
        </pc:grpChg>
        <pc:grpChg chg="mod">
          <ac:chgData name="José Noriega" userId="cb1ae4245c053ff1" providerId="LiveId" clId="{C1F2E7E5-80A1-4665-983B-B83B8534058D}" dt="2026-05-15T16:58:57.116" v="1253" actId="1076"/>
          <ac:grpSpMkLst>
            <pc:docMk/>
            <pc:sldMk cId="1183626662" sldId="257"/>
            <ac:grpSpMk id="61" creationId="{ABCAE3A8-3AAB-34F1-365A-28B2F9A9A44C}"/>
          </ac:grpSpMkLst>
        </pc:grpChg>
        <pc:grpChg chg="mod">
          <ac:chgData name="José Noriega" userId="cb1ae4245c053ff1" providerId="LiveId" clId="{C1F2E7E5-80A1-4665-983B-B83B8534058D}" dt="2026-05-15T16:58:57.116" v="1253" actId="1076"/>
          <ac:grpSpMkLst>
            <pc:docMk/>
            <pc:sldMk cId="1183626662" sldId="257"/>
            <ac:grpSpMk id="68" creationId="{7767705B-E19A-75A3-752A-311623001144}"/>
          </ac:grpSpMkLst>
        </pc:grpChg>
        <pc:grpChg chg="mod">
          <ac:chgData name="José Noriega" userId="cb1ae4245c053ff1" providerId="LiveId" clId="{C1F2E7E5-80A1-4665-983B-B83B8534058D}" dt="2026-05-15T16:58:57.116" v="1253" actId="1076"/>
          <ac:grpSpMkLst>
            <pc:docMk/>
            <pc:sldMk cId="1183626662" sldId="257"/>
            <ac:grpSpMk id="74" creationId="{715F3022-9448-8BBD-3AFE-3EF238DA731E}"/>
          </ac:grpSpMkLst>
        </pc:grpChg>
        <pc:grpChg chg="mod">
          <ac:chgData name="José Noriega" userId="cb1ae4245c053ff1" providerId="LiveId" clId="{C1F2E7E5-80A1-4665-983B-B83B8534058D}" dt="2026-05-15T16:59:07.204" v="1255" actId="1076"/>
          <ac:grpSpMkLst>
            <pc:docMk/>
            <pc:sldMk cId="1183626662" sldId="257"/>
            <ac:grpSpMk id="79" creationId="{C2699D7F-4861-EC2C-300B-9D8BEB490B05}"/>
          </ac:grpSpMkLst>
        </pc:grpChg>
        <pc:grpChg chg="mod">
          <ac:chgData name="José Noriega" userId="cb1ae4245c053ff1" providerId="LiveId" clId="{C1F2E7E5-80A1-4665-983B-B83B8534058D}" dt="2026-05-15T16:59:07.204" v="1255" actId="1076"/>
          <ac:grpSpMkLst>
            <pc:docMk/>
            <pc:sldMk cId="1183626662" sldId="257"/>
            <ac:grpSpMk id="85" creationId="{AC3353DE-6A04-D0AF-8CE1-51B153CA3358}"/>
          </ac:grpSpMkLst>
        </pc:grpChg>
        <pc:grpChg chg="mod">
          <ac:chgData name="José Noriega" userId="cb1ae4245c053ff1" providerId="LiveId" clId="{C1F2E7E5-80A1-4665-983B-B83B8534058D}" dt="2026-05-15T16:59:07.204" v="1255" actId="1076"/>
          <ac:grpSpMkLst>
            <pc:docMk/>
            <pc:sldMk cId="1183626662" sldId="257"/>
            <ac:grpSpMk id="92" creationId="{EE31BFAC-A09C-AB18-290F-632ACD70BADB}"/>
          </ac:grpSpMkLst>
        </pc:grpChg>
        <pc:grpChg chg="mod">
          <ac:chgData name="José Noriega" userId="cb1ae4245c053ff1" providerId="LiveId" clId="{C1F2E7E5-80A1-4665-983B-B83B8534058D}" dt="2026-05-15T16:59:07.204" v="1255" actId="1076"/>
          <ac:grpSpMkLst>
            <pc:docMk/>
            <pc:sldMk cId="1183626662" sldId="257"/>
            <ac:grpSpMk id="98" creationId="{6A76D973-DA5D-B383-83B6-68736A9031E2}"/>
          </ac:grpSpMkLst>
        </pc:grpChg>
        <pc:grpChg chg="mod">
          <ac:chgData name="José Noriega" userId="cb1ae4245c053ff1" providerId="LiveId" clId="{C1F2E7E5-80A1-4665-983B-B83B8534058D}" dt="2026-05-15T16:59:18.761" v="1257" actId="1076"/>
          <ac:grpSpMkLst>
            <pc:docMk/>
            <pc:sldMk cId="1183626662" sldId="257"/>
            <ac:grpSpMk id="103" creationId="{7E56268B-3858-246D-ACA3-1D16905B5DAB}"/>
          </ac:grpSpMkLst>
        </pc:grpChg>
        <pc:grpChg chg="mod">
          <ac:chgData name="José Noriega" userId="cb1ae4245c053ff1" providerId="LiveId" clId="{C1F2E7E5-80A1-4665-983B-B83B8534058D}" dt="2026-05-15T16:59:18.761" v="1257" actId="1076"/>
          <ac:grpSpMkLst>
            <pc:docMk/>
            <pc:sldMk cId="1183626662" sldId="257"/>
            <ac:grpSpMk id="109" creationId="{36D2DBED-14E7-0743-DBB4-D950C6BA30B1}"/>
          </ac:grpSpMkLst>
        </pc:grpChg>
        <pc:grpChg chg="mod">
          <ac:chgData name="José Noriega" userId="cb1ae4245c053ff1" providerId="LiveId" clId="{C1F2E7E5-80A1-4665-983B-B83B8534058D}" dt="2026-05-15T17:08:17.548" v="1375" actId="1076"/>
          <ac:grpSpMkLst>
            <pc:docMk/>
            <pc:sldMk cId="1183626662" sldId="257"/>
            <ac:grpSpMk id="116" creationId="{5592223C-2158-936A-0853-2D2E71AA54CA}"/>
          </ac:grpSpMkLst>
        </pc:grpChg>
        <pc:grpChg chg="mod">
          <ac:chgData name="José Noriega" userId="cb1ae4245c053ff1" providerId="LiveId" clId="{C1F2E7E5-80A1-4665-983B-B83B8534058D}" dt="2026-05-15T16:59:18.761" v="1257" actId="1076"/>
          <ac:grpSpMkLst>
            <pc:docMk/>
            <pc:sldMk cId="1183626662" sldId="257"/>
            <ac:grpSpMk id="122" creationId="{B4370E8D-6A73-2B9E-95D6-70CF1CDBA6D1}"/>
          </ac:grpSpMkLst>
        </pc:grpChg>
        <pc:grpChg chg="add mod">
          <ac:chgData name="José Noriega" userId="cb1ae4245c053ff1" providerId="LiveId" clId="{C1F2E7E5-80A1-4665-983B-B83B8534058D}" dt="2026-05-15T17:15:13.970" v="1480" actId="1036"/>
          <ac:grpSpMkLst>
            <pc:docMk/>
            <pc:sldMk cId="1183626662" sldId="257"/>
            <ac:grpSpMk id="128" creationId="{1FBCFCB9-9690-A878-5412-0E914E870A69}"/>
          </ac:grpSpMkLst>
        </pc:grpChg>
        <pc:grpChg chg="add mod">
          <ac:chgData name="José Noriega" userId="cb1ae4245c053ff1" providerId="LiveId" clId="{C1F2E7E5-80A1-4665-983B-B83B8534058D}" dt="2026-05-15T17:14:45.231" v="1442" actId="1037"/>
          <ac:grpSpMkLst>
            <pc:docMk/>
            <pc:sldMk cId="1183626662" sldId="257"/>
            <ac:grpSpMk id="174" creationId="{8FC10C82-118E-F722-E285-9809643AAE87}"/>
          </ac:grpSpMkLst>
        </pc:grpChg>
        <pc:grpChg chg="mod ord">
          <ac:chgData name="José Noriega" userId="cb1ae4245c053ff1" providerId="LiveId" clId="{C1F2E7E5-80A1-4665-983B-B83B8534058D}" dt="2026-05-15T17:48:28.027" v="2003" actId="1076"/>
          <ac:grpSpMkLst>
            <pc:docMk/>
            <pc:sldMk cId="1183626662" sldId="257"/>
            <ac:grpSpMk id="330" creationId="{0E648336-D410-A1DA-58C9-4E78529B4680}"/>
          </ac:grpSpMkLst>
        </pc:grpChg>
        <pc:grpChg chg="add mod">
          <ac:chgData name="José Noriega" userId="cb1ae4245c053ff1" providerId="LiveId" clId="{C1F2E7E5-80A1-4665-983B-B83B8534058D}" dt="2026-05-15T17:49:32.573" v="2017" actId="1036"/>
          <ac:grpSpMkLst>
            <pc:docMk/>
            <pc:sldMk cId="1183626662" sldId="257"/>
            <ac:grpSpMk id="868" creationId="{8FD40C68-A0F4-9722-27AE-B2AC076730DD}"/>
          </ac:grpSpMkLst>
        </pc:grpChg>
        <pc:grpChg chg="add mod">
          <ac:chgData name="José Noriega" userId="cb1ae4245c053ff1" providerId="LiveId" clId="{C1F2E7E5-80A1-4665-983B-B83B8534058D}" dt="2026-05-15T17:47:12.973" v="1994" actId="1076"/>
          <ac:grpSpMkLst>
            <pc:docMk/>
            <pc:sldMk cId="1183626662" sldId="257"/>
            <ac:grpSpMk id="869" creationId="{4C7BC443-1E5F-7A17-55CD-59B6251B88EF}"/>
          </ac:grpSpMkLst>
        </pc:grpChg>
        <pc:grpChg chg="add mod">
          <ac:chgData name="José Noriega" userId="cb1ae4245c053ff1" providerId="LiveId" clId="{C1F2E7E5-80A1-4665-983B-B83B8534058D}" dt="2026-05-15T17:49:39.938" v="2018" actId="1036"/>
          <ac:grpSpMkLst>
            <pc:docMk/>
            <pc:sldMk cId="1183626662" sldId="257"/>
            <ac:grpSpMk id="872" creationId="{3B6D796B-EAFF-F6EA-342C-291BEE56E80C}"/>
          </ac:grpSpMkLst>
        </pc:grpChg>
        <pc:grpChg chg="add mod">
          <ac:chgData name="José Noriega" userId="cb1ae4245c053ff1" providerId="LiveId" clId="{C1F2E7E5-80A1-4665-983B-B83B8534058D}" dt="2026-05-15T17:49:42.773" v="2019" actId="1036"/>
          <ac:grpSpMkLst>
            <pc:docMk/>
            <pc:sldMk cId="1183626662" sldId="257"/>
            <ac:grpSpMk id="875" creationId="{93E3D1AE-2418-3281-8197-48AAF064A875}"/>
          </ac:grpSpMkLst>
        </pc:grpChg>
        <pc:grpChg chg="add mod">
          <ac:chgData name="José Noriega" userId="cb1ae4245c053ff1" providerId="LiveId" clId="{C1F2E7E5-80A1-4665-983B-B83B8534058D}" dt="2026-05-15T17:48:44.723" v="2007" actId="1035"/>
          <ac:grpSpMkLst>
            <pc:docMk/>
            <pc:sldMk cId="1183626662" sldId="257"/>
            <ac:grpSpMk id="878" creationId="{C8B4776D-DC71-69AB-C878-7BCE131E4CF4}"/>
          </ac:grpSpMkLst>
        </pc:grpChg>
        <pc:grpChg chg="mod">
          <ac:chgData name="José Noriega" userId="cb1ae4245c053ff1" providerId="LiveId" clId="{C1F2E7E5-80A1-4665-983B-B83B8534058D}" dt="2026-05-20T02:28:41.972" v="4194" actId="14100"/>
          <ac:grpSpMkLst>
            <pc:docMk/>
            <pc:sldMk cId="1183626662" sldId="257"/>
            <ac:grpSpMk id="935" creationId="{62C068A8-4A44-B46D-44B5-EEA6E26D41BF}"/>
          </ac:grpSpMkLst>
        </pc:grpChg>
        <pc:picChg chg="add mod">
          <ac:chgData name="José Noriega" userId="cb1ae4245c053ff1" providerId="LiveId" clId="{C1F2E7E5-80A1-4665-983B-B83B8534058D}" dt="2026-05-15T17:40:50.024" v="1828" actId="1076"/>
          <ac:picMkLst>
            <pc:docMk/>
            <pc:sldMk cId="1183626662" sldId="257"/>
            <ac:picMk id="332" creationId="{BAE7F99F-873C-9FB8-85A3-166BAF471C35}"/>
          </ac:picMkLst>
        </pc:picChg>
        <pc:cxnChg chg="add mod">
          <ac:chgData name="José Noriega" userId="cb1ae4245c053ff1" providerId="LiveId" clId="{C1F2E7E5-80A1-4665-983B-B83B8534058D}" dt="2026-05-15T16:51:56.822" v="1085" actId="164"/>
          <ac:cxnSpMkLst>
            <pc:docMk/>
            <pc:sldMk cId="1183626662" sldId="257"/>
            <ac:cxnSpMk id="6" creationId="{52CAB3E7-3D9C-B1DF-016B-099C43F2D64A}"/>
          </ac:cxnSpMkLst>
        </pc:cxnChg>
        <pc:cxnChg chg="add mod">
          <ac:chgData name="José Noriega" userId="cb1ae4245c053ff1" providerId="LiveId" clId="{C1F2E7E5-80A1-4665-983B-B83B8534058D}" dt="2026-05-15T16:51:56.822" v="1085" actId="164"/>
          <ac:cxnSpMkLst>
            <pc:docMk/>
            <pc:sldMk cId="1183626662" sldId="257"/>
            <ac:cxnSpMk id="7" creationId="{EC8E6BA2-138C-97F7-B453-B801F27160A8}"/>
          </ac:cxnSpMkLst>
        </pc:cxnChg>
        <pc:cxnChg chg="add mod">
          <ac:chgData name="José Noriega" userId="cb1ae4245c053ff1" providerId="LiveId" clId="{C1F2E7E5-80A1-4665-983B-B83B8534058D}" dt="2026-05-15T16:51:56.822" v="1085" actId="164"/>
          <ac:cxnSpMkLst>
            <pc:docMk/>
            <pc:sldMk cId="1183626662" sldId="257"/>
            <ac:cxnSpMk id="8" creationId="{B65065A1-FE73-7209-C136-4180B927FBC4}"/>
          </ac:cxnSpMkLst>
        </pc:cxnChg>
        <pc:cxnChg chg="add mod">
          <ac:chgData name="José Noriega" userId="cb1ae4245c053ff1" providerId="LiveId" clId="{C1F2E7E5-80A1-4665-983B-B83B8534058D}" dt="2026-05-15T16:51:56.822" v="1085" actId="164"/>
          <ac:cxnSpMkLst>
            <pc:docMk/>
            <pc:sldMk cId="1183626662" sldId="257"/>
            <ac:cxnSpMk id="9" creationId="{4E9533BE-94A0-7455-BAFF-7E387BD3CCAE}"/>
          </ac:cxnSpMkLst>
        </pc:cxnChg>
        <pc:cxnChg chg="mod">
          <ac:chgData name="José Noriega" userId="cb1ae4245c053ff1" providerId="LiveId" clId="{C1F2E7E5-80A1-4665-983B-B83B8534058D}" dt="2026-05-15T16:52:10.862" v="1089"/>
          <ac:cxnSpMkLst>
            <pc:docMk/>
            <pc:sldMk cId="1183626662" sldId="257"/>
            <ac:cxnSpMk id="13" creationId="{42564DF9-BBE0-B647-3D5D-8F215C9FEB22}"/>
          </ac:cxnSpMkLst>
        </pc:cxnChg>
        <pc:cxnChg chg="mod">
          <ac:chgData name="José Noriega" userId="cb1ae4245c053ff1" providerId="LiveId" clId="{C1F2E7E5-80A1-4665-983B-B83B8534058D}" dt="2026-05-15T16:52:10.862" v="1089"/>
          <ac:cxnSpMkLst>
            <pc:docMk/>
            <pc:sldMk cId="1183626662" sldId="257"/>
            <ac:cxnSpMk id="14" creationId="{2E8D3C24-59CC-D941-0CC4-835265AF84EB}"/>
          </ac:cxnSpMkLst>
        </pc:cxnChg>
        <pc:cxnChg chg="mod">
          <ac:chgData name="José Noriega" userId="cb1ae4245c053ff1" providerId="LiveId" clId="{C1F2E7E5-80A1-4665-983B-B83B8534058D}" dt="2026-05-15T16:52:10.862" v="1089"/>
          <ac:cxnSpMkLst>
            <pc:docMk/>
            <pc:sldMk cId="1183626662" sldId="257"/>
            <ac:cxnSpMk id="15" creationId="{89682DA7-739B-4F1D-0524-85FD7824C9DE}"/>
          </ac:cxnSpMkLst>
        </pc:cxnChg>
        <pc:cxnChg chg="mod">
          <ac:chgData name="José Noriega" userId="cb1ae4245c053ff1" providerId="LiveId" clId="{C1F2E7E5-80A1-4665-983B-B83B8534058D}" dt="2026-05-15T16:52:10.862" v="1089"/>
          <ac:cxnSpMkLst>
            <pc:docMk/>
            <pc:sldMk cId="1183626662" sldId="257"/>
            <ac:cxnSpMk id="16" creationId="{D68AFF2F-837F-17C0-993D-9EEC34FABE17}"/>
          </ac:cxnSpMkLst>
        </pc:cxnChg>
        <pc:cxnChg chg="mod">
          <ac:chgData name="José Noriega" userId="cb1ae4245c053ff1" providerId="LiveId" clId="{C1F2E7E5-80A1-4665-983B-B83B8534058D}" dt="2026-05-15T17:43:09.694" v="1877" actId="1035"/>
          <ac:cxnSpMkLst>
            <pc:docMk/>
            <pc:sldMk cId="1183626662" sldId="257"/>
            <ac:cxnSpMk id="28" creationId="{02760EFB-FE2D-B511-9926-8ABB9D2311F8}"/>
          </ac:cxnSpMkLst>
        </pc:cxnChg>
        <pc:cxnChg chg="mod">
          <ac:chgData name="José Noriega" userId="cb1ae4245c053ff1" providerId="LiveId" clId="{C1F2E7E5-80A1-4665-983B-B83B8534058D}" dt="2026-05-20T02:18:55.478" v="4068" actId="1038"/>
          <ac:cxnSpMkLst>
            <pc:docMk/>
            <pc:sldMk cId="1183626662" sldId="257"/>
            <ac:cxnSpMk id="29" creationId="{6CC4E375-FDCC-555E-4C29-1A8B03E77EAC}"/>
          </ac:cxnSpMkLst>
        </pc:cxnChg>
        <pc:cxnChg chg="mod">
          <ac:chgData name="José Noriega" userId="cb1ae4245c053ff1" providerId="LiveId" clId="{C1F2E7E5-80A1-4665-983B-B83B8534058D}" dt="2026-05-20T02:19:04.677" v="4069" actId="1037"/>
          <ac:cxnSpMkLst>
            <pc:docMk/>
            <pc:sldMk cId="1183626662" sldId="257"/>
            <ac:cxnSpMk id="53" creationId="{EC3EEF12-39EA-64DC-7925-8F020879168D}"/>
          </ac:cxnSpMkLst>
        </pc:cxnChg>
        <pc:cxnChg chg="mod">
          <ac:chgData name="José Noriega" userId="cb1ae4245c053ff1" providerId="LiveId" clId="{C1F2E7E5-80A1-4665-983B-B83B8534058D}" dt="2026-05-20T02:19:10.942" v="4070" actId="1037"/>
          <ac:cxnSpMkLst>
            <pc:docMk/>
            <pc:sldMk cId="1183626662" sldId="257"/>
            <ac:cxnSpMk id="77" creationId="{04C68982-7C7C-FE4A-A376-FC4BB69F63E0}"/>
          </ac:cxnSpMkLst>
        </pc:cxnChg>
        <pc:cxnChg chg="mod">
          <ac:chgData name="José Noriega" userId="cb1ae4245c053ff1" providerId="LiveId" clId="{C1F2E7E5-80A1-4665-983B-B83B8534058D}" dt="2026-05-20T02:19:13.606" v="4071" actId="1037"/>
          <ac:cxnSpMkLst>
            <pc:docMk/>
            <pc:sldMk cId="1183626662" sldId="257"/>
            <ac:cxnSpMk id="101" creationId="{36F29B2D-939C-7622-6EFE-F2DB7BCCC27E}"/>
          </ac:cxnSpMkLst>
        </pc:cxnChg>
        <pc:cxnChg chg="mod">
          <ac:chgData name="José Noriega" userId="cb1ae4245c053ff1" providerId="LiveId" clId="{C1F2E7E5-80A1-4665-983B-B83B8534058D}" dt="2026-05-15T17:01:36.131" v="1269"/>
          <ac:cxnSpMkLst>
            <pc:docMk/>
            <pc:sldMk cId="1183626662" sldId="257"/>
            <ac:cxnSpMk id="130" creationId="{6DEE92E1-5D49-1828-87DC-B5981BFAD10D}"/>
          </ac:cxnSpMkLst>
        </pc:cxnChg>
        <pc:cxnChg chg="mod">
          <ac:chgData name="José Noriega" userId="cb1ae4245c053ff1" providerId="LiveId" clId="{C1F2E7E5-80A1-4665-983B-B83B8534058D}" dt="2026-05-15T17:01:36.131" v="1269"/>
          <ac:cxnSpMkLst>
            <pc:docMk/>
            <pc:sldMk cId="1183626662" sldId="257"/>
            <ac:cxnSpMk id="131" creationId="{F132B0DC-B8F8-4889-A0E5-8F62344C626F}"/>
          </ac:cxnSpMkLst>
        </pc:cxnChg>
        <pc:cxnChg chg="add mod">
          <ac:chgData name="José Noriega" userId="cb1ae4245c053ff1" providerId="LiveId" clId="{C1F2E7E5-80A1-4665-983B-B83B8534058D}" dt="2026-05-15T17:11:28.441" v="1381" actId="1076"/>
          <ac:cxnSpMkLst>
            <pc:docMk/>
            <pc:sldMk cId="1183626662" sldId="257"/>
            <ac:cxnSpMk id="146" creationId="{E86DDAA2-538B-1C39-B084-2F57011F3CD7}"/>
          </ac:cxnSpMkLst>
        </pc:cxnChg>
        <pc:cxnChg chg="add mod">
          <ac:chgData name="José Noriega" userId="cb1ae4245c053ff1" providerId="LiveId" clId="{C1F2E7E5-80A1-4665-983B-B83B8534058D}" dt="2026-05-15T17:11:28.441" v="1381" actId="1076"/>
          <ac:cxnSpMkLst>
            <pc:docMk/>
            <pc:sldMk cId="1183626662" sldId="257"/>
            <ac:cxnSpMk id="147" creationId="{C5739399-FFCA-69EA-8505-5227F19B52C5}"/>
          </ac:cxnSpMkLst>
        </pc:cxnChg>
        <pc:cxnChg chg="add mod">
          <ac:chgData name="José Noriega" userId="cb1ae4245c053ff1" providerId="LiveId" clId="{C1F2E7E5-80A1-4665-983B-B83B8534058D}" dt="2026-05-15T17:11:28.441" v="1381" actId="1076"/>
          <ac:cxnSpMkLst>
            <pc:docMk/>
            <pc:sldMk cId="1183626662" sldId="257"/>
            <ac:cxnSpMk id="149" creationId="{A661660D-142E-3829-7796-755C8097B19B}"/>
          </ac:cxnSpMkLst>
        </pc:cxnChg>
        <pc:cxnChg chg="add mod">
          <ac:chgData name="José Noriega" userId="cb1ae4245c053ff1" providerId="LiveId" clId="{C1F2E7E5-80A1-4665-983B-B83B8534058D}" dt="2026-05-15T17:12:06.345" v="1386" actId="14100"/>
          <ac:cxnSpMkLst>
            <pc:docMk/>
            <pc:sldMk cId="1183626662" sldId="257"/>
            <ac:cxnSpMk id="153" creationId="{0CEE0EFE-5AE8-2692-14E2-B18FF896F382}"/>
          </ac:cxnSpMkLst>
        </pc:cxnChg>
        <pc:cxnChg chg="add mod">
          <ac:chgData name="José Noriega" userId="cb1ae4245c053ff1" providerId="LiveId" clId="{C1F2E7E5-80A1-4665-983B-B83B8534058D}" dt="2026-05-15T17:12:17.903" v="1389" actId="14100"/>
          <ac:cxnSpMkLst>
            <pc:docMk/>
            <pc:sldMk cId="1183626662" sldId="257"/>
            <ac:cxnSpMk id="155" creationId="{FA1C6D23-21EF-5DF7-8DF8-D49F2C92DA3A}"/>
          </ac:cxnSpMkLst>
        </pc:cxnChg>
        <pc:cxnChg chg="add mod">
          <ac:chgData name="José Noriega" userId="cb1ae4245c053ff1" providerId="LiveId" clId="{C1F2E7E5-80A1-4665-983B-B83B8534058D}" dt="2026-05-15T17:12:26.700" v="1391" actId="1076"/>
          <ac:cxnSpMkLst>
            <pc:docMk/>
            <pc:sldMk cId="1183626662" sldId="257"/>
            <ac:cxnSpMk id="158" creationId="{EE413580-F523-EB1E-F7BF-A53B042B889B}"/>
          </ac:cxnSpMkLst>
        </pc:cxnChg>
        <pc:cxnChg chg="add mod">
          <ac:chgData name="José Noriega" userId="cb1ae4245c053ff1" providerId="LiveId" clId="{C1F2E7E5-80A1-4665-983B-B83B8534058D}" dt="2026-05-15T17:12:40.366" v="1394" actId="14100"/>
          <ac:cxnSpMkLst>
            <pc:docMk/>
            <pc:sldMk cId="1183626662" sldId="257"/>
            <ac:cxnSpMk id="159" creationId="{16813BF7-32B5-0B53-9457-23A911505E75}"/>
          </ac:cxnSpMkLst>
        </pc:cxnChg>
        <pc:cxnChg chg="add mod">
          <ac:chgData name="José Noriega" userId="cb1ae4245c053ff1" providerId="LiveId" clId="{C1F2E7E5-80A1-4665-983B-B83B8534058D}" dt="2026-05-15T17:12:51.609" v="1397" actId="14100"/>
          <ac:cxnSpMkLst>
            <pc:docMk/>
            <pc:sldMk cId="1183626662" sldId="257"/>
            <ac:cxnSpMk id="162" creationId="{792059E2-F116-E89C-CCBD-F2697FBE8621}"/>
          </ac:cxnSpMkLst>
        </pc:cxnChg>
        <pc:cxnChg chg="add mod">
          <ac:chgData name="José Noriega" userId="cb1ae4245c053ff1" providerId="LiveId" clId="{C1F2E7E5-80A1-4665-983B-B83B8534058D}" dt="2026-05-15T17:13:07.981" v="1399" actId="1076"/>
          <ac:cxnSpMkLst>
            <pc:docMk/>
            <pc:sldMk cId="1183626662" sldId="257"/>
            <ac:cxnSpMk id="165" creationId="{ADB2FE87-EF1E-D5A0-723E-1CFBCCE18925}"/>
          </ac:cxnSpMkLst>
        </pc:cxnChg>
        <pc:cxnChg chg="add mod">
          <ac:chgData name="José Noriega" userId="cb1ae4245c053ff1" providerId="LiveId" clId="{C1F2E7E5-80A1-4665-983B-B83B8534058D}" dt="2026-05-15T17:13:07.981" v="1399" actId="1076"/>
          <ac:cxnSpMkLst>
            <pc:docMk/>
            <pc:sldMk cId="1183626662" sldId="257"/>
            <ac:cxnSpMk id="166" creationId="{2F81CAFC-D88D-63D4-F89E-2A463CEAE4AB}"/>
          </ac:cxnSpMkLst>
        </pc:cxnChg>
        <pc:cxnChg chg="add mod">
          <ac:chgData name="José Noriega" userId="cb1ae4245c053ff1" providerId="LiveId" clId="{C1F2E7E5-80A1-4665-983B-B83B8534058D}" dt="2026-05-15T17:13:07.981" v="1399" actId="1076"/>
          <ac:cxnSpMkLst>
            <pc:docMk/>
            <pc:sldMk cId="1183626662" sldId="257"/>
            <ac:cxnSpMk id="167" creationId="{19AD1B0A-3A10-1F14-6EF6-1624F4020CA5}"/>
          </ac:cxnSpMkLst>
        </pc:cxnChg>
        <pc:cxnChg chg="add mod">
          <ac:chgData name="José Noriega" userId="cb1ae4245c053ff1" providerId="LiveId" clId="{C1F2E7E5-80A1-4665-983B-B83B8534058D}" dt="2026-05-15T17:13:07.981" v="1399" actId="1076"/>
          <ac:cxnSpMkLst>
            <pc:docMk/>
            <pc:sldMk cId="1183626662" sldId="257"/>
            <ac:cxnSpMk id="168" creationId="{2A8FCF79-E5EC-C946-264C-5E6CF14C4D28}"/>
          </ac:cxnSpMkLst>
        </pc:cxnChg>
        <pc:cxnChg chg="add mod">
          <ac:chgData name="José Noriega" userId="cb1ae4245c053ff1" providerId="LiveId" clId="{C1F2E7E5-80A1-4665-983B-B83B8534058D}" dt="2026-05-15T17:13:07.981" v="1399" actId="1076"/>
          <ac:cxnSpMkLst>
            <pc:docMk/>
            <pc:sldMk cId="1183626662" sldId="257"/>
            <ac:cxnSpMk id="169" creationId="{43A38DF5-3493-F49D-F312-52252BD1BAF6}"/>
          </ac:cxnSpMkLst>
        </pc:cxnChg>
        <pc:cxnChg chg="add mod">
          <ac:chgData name="José Noriega" userId="cb1ae4245c053ff1" providerId="LiveId" clId="{C1F2E7E5-80A1-4665-983B-B83B8534058D}" dt="2026-05-15T17:13:07.981" v="1399" actId="1076"/>
          <ac:cxnSpMkLst>
            <pc:docMk/>
            <pc:sldMk cId="1183626662" sldId="257"/>
            <ac:cxnSpMk id="170" creationId="{516F5C17-D158-766C-AEB7-DF0304F91663}"/>
          </ac:cxnSpMkLst>
        </pc:cxnChg>
        <pc:cxnChg chg="add mod">
          <ac:chgData name="José Noriega" userId="cb1ae4245c053ff1" providerId="LiveId" clId="{C1F2E7E5-80A1-4665-983B-B83B8534058D}" dt="2026-05-15T17:13:07.981" v="1399" actId="1076"/>
          <ac:cxnSpMkLst>
            <pc:docMk/>
            <pc:sldMk cId="1183626662" sldId="257"/>
            <ac:cxnSpMk id="171" creationId="{22507A9B-91B6-93E8-97A0-D3A52AEDDC71}"/>
          </ac:cxnSpMkLst>
        </pc:cxnChg>
        <pc:cxnChg chg="add mod">
          <ac:chgData name="José Noriega" userId="cb1ae4245c053ff1" providerId="LiveId" clId="{C1F2E7E5-80A1-4665-983B-B83B8534058D}" dt="2026-05-15T17:13:07.981" v="1399" actId="1076"/>
          <ac:cxnSpMkLst>
            <pc:docMk/>
            <pc:sldMk cId="1183626662" sldId="257"/>
            <ac:cxnSpMk id="172" creationId="{FEB93B96-5E8E-2398-CA70-AD8AC034F2F0}"/>
          </ac:cxnSpMkLst>
        </pc:cxnChg>
        <pc:cxnChg chg="add mod">
          <ac:chgData name="José Noriega" userId="cb1ae4245c053ff1" providerId="LiveId" clId="{C1F2E7E5-80A1-4665-983B-B83B8534058D}" dt="2026-05-15T17:13:07.981" v="1399" actId="1076"/>
          <ac:cxnSpMkLst>
            <pc:docMk/>
            <pc:sldMk cId="1183626662" sldId="257"/>
            <ac:cxnSpMk id="173" creationId="{6BCB0890-E457-C2F3-8EB1-EAB0299B1EBF}"/>
          </ac:cxnSpMkLst>
        </pc:cxnChg>
        <pc:cxnChg chg="add mod">
          <ac:chgData name="José Noriega" userId="cb1ae4245c053ff1" providerId="LiveId" clId="{C1F2E7E5-80A1-4665-983B-B83B8534058D}" dt="2026-05-15T17:16:04.039" v="1483" actId="14100"/>
          <ac:cxnSpMkLst>
            <pc:docMk/>
            <pc:sldMk cId="1183626662" sldId="257"/>
            <ac:cxnSpMk id="177" creationId="{0B852E79-577A-9EBB-11D9-3A37BABF1F1F}"/>
          </ac:cxnSpMkLst>
        </pc:cxnChg>
        <pc:cxnChg chg="add mod">
          <ac:chgData name="José Noriega" userId="cb1ae4245c053ff1" providerId="LiveId" clId="{C1F2E7E5-80A1-4665-983B-B83B8534058D}" dt="2026-05-15T17:16:11.831" v="1486" actId="14100"/>
          <ac:cxnSpMkLst>
            <pc:docMk/>
            <pc:sldMk cId="1183626662" sldId="257"/>
            <ac:cxnSpMk id="179" creationId="{97DE1D67-F87C-23A6-75A3-9545BC7EA3BE}"/>
          </ac:cxnSpMkLst>
        </pc:cxnChg>
        <pc:cxnChg chg="add mod">
          <ac:chgData name="José Noriega" userId="cb1ae4245c053ff1" providerId="LiveId" clId="{C1F2E7E5-80A1-4665-983B-B83B8534058D}" dt="2026-05-15T17:16:30.012" v="1489" actId="14100"/>
          <ac:cxnSpMkLst>
            <pc:docMk/>
            <pc:sldMk cId="1183626662" sldId="257"/>
            <ac:cxnSpMk id="182" creationId="{560B020B-1C75-6FE2-8653-E1C389FE4B08}"/>
          </ac:cxnSpMkLst>
        </pc:cxnChg>
        <pc:cxnChg chg="add mod">
          <ac:chgData name="José Noriega" userId="cb1ae4245c053ff1" providerId="LiveId" clId="{C1F2E7E5-80A1-4665-983B-B83B8534058D}" dt="2026-05-15T17:16:41.292" v="1492" actId="14100"/>
          <ac:cxnSpMkLst>
            <pc:docMk/>
            <pc:sldMk cId="1183626662" sldId="257"/>
            <ac:cxnSpMk id="184" creationId="{51A137B5-3A4D-866D-9CCB-2718F4855980}"/>
          </ac:cxnSpMkLst>
        </pc:cxnChg>
        <pc:cxnChg chg="add mod">
          <ac:chgData name="José Noriega" userId="cb1ae4245c053ff1" providerId="LiveId" clId="{C1F2E7E5-80A1-4665-983B-B83B8534058D}" dt="2026-05-15T17:37:49.707" v="1800" actId="14100"/>
          <ac:cxnSpMkLst>
            <pc:docMk/>
            <pc:sldMk cId="1183626662" sldId="257"/>
            <ac:cxnSpMk id="187" creationId="{C3E9F7F4-4D47-14DC-FDC5-1D76A4207573}"/>
          </ac:cxnSpMkLst>
        </pc:cxnChg>
        <pc:cxnChg chg="add mod">
          <ac:chgData name="José Noriega" userId="cb1ae4245c053ff1" providerId="LiveId" clId="{C1F2E7E5-80A1-4665-983B-B83B8534058D}" dt="2026-05-15T17:37:45.259" v="1799" actId="14100"/>
          <ac:cxnSpMkLst>
            <pc:docMk/>
            <pc:sldMk cId="1183626662" sldId="257"/>
            <ac:cxnSpMk id="189" creationId="{80E54605-38B9-79FE-19CC-616F3A4DE03A}"/>
          </ac:cxnSpMkLst>
        </pc:cxnChg>
        <pc:cxnChg chg="add mod">
          <ac:chgData name="José Noriega" userId="cb1ae4245c053ff1" providerId="LiveId" clId="{C1F2E7E5-80A1-4665-983B-B83B8534058D}" dt="2026-05-15T17:26:16.284" v="1522" actId="14100"/>
          <ac:cxnSpMkLst>
            <pc:docMk/>
            <pc:sldMk cId="1183626662" sldId="257"/>
            <ac:cxnSpMk id="230" creationId="{0E3C4662-B10F-9397-1F19-19A6A4243471}"/>
          </ac:cxnSpMkLst>
        </pc:cxnChg>
        <pc:cxnChg chg="add mod">
          <ac:chgData name="José Noriega" userId="cb1ae4245c053ff1" providerId="LiveId" clId="{C1F2E7E5-80A1-4665-983B-B83B8534058D}" dt="2026-05-15T17:26:26.559" v="1525" actId="14100"/>
          <ac:cxnSpMkLst>
            <pc:docMk/>
            <pc:sldMk cId="1183626662" sldId="257"/>
            <ac:cxnSpMk id="232" creationId="{785A6127-3748-13BF-F658-0AD368FFABF2}"/>
          </ac:cxnSpMkLst>
        </pc:cxnChg>
        <pc:cxnChg chg="add mod">
          <ac:chgData name="José Noriega" userId="cb1ae4245c053ff1" providerId="LiveId" clId="{C1F2E7E5-80A1-4665-983B-B83B8534058D}" dt="2026-05-15T17:26:35.446" v="1528" actId="14100"/>
          <ac:cxnSpMkLst>
            <pc:docMk/>
            <pc:sldMk cId="1183626662" sldId="257"/>
            <ac:cxnSpMk id="234" creationId="{E785DAD5-AFD9-1DA2-2142-AF0890299918}"/>
          </ac:cxnSpMkLst>
        </pc:cxnChg>
        <pc:cxnChg chg="mod">
          <ac:chgData name="José Noriega" userId="cb1ae4245c053ff1" providerId="LiveId" clId="{C1F2E7E5-80A1-4665-983B-B83B8534058D}" dt="2026-05-20T02:21:27.420" v="4105" actId="1036"/>
          <ac:cxnSpMkLst>
            <pc:docMk/>
            <pc:sldMk cId="1183626662" sldId="257"/>
            <ac:cxnSpMk id="261" creationId="{D5E14AF5-40C7-629B-6768-8AC972B317C5}"/>
          </ac:cxnSpMkLst>
        </pc:cxnChg>
        <pc:cxnChg chg="mod">
          <ac:chgData name="José Noriega" userId="cb1ae4245c053ff1" providerId="LiveId" clId="{C1F2E7E5-80A1-4665-983B-B83B8534058D}" dt="2026-05-20T02:21:27.420" v="4105" actId="1036"/>
          <ac:cxnSpMkLst>
            <pc:docMk/>
            <pc:sldMk cId="1183626662" sldId="257"/>
            <ac:cxnSpMk id="262" creationId="{331142FA-5461-F858-C7B0-52C5549D56C9}"/>
          </ac:cxnSpMkLst>
        </pc:cxnChg>
        <pc:cxnChg chg="mod">
          <ac:chgData name="José Noriega" userId="cb1ae4245c053ff1" providerId="LiveId" clId="{C1F2E7E5-80A1-4665-983B-B83B8534058D}" dt="2026-05-15T17:34:28.359" v="1669" actId="14100"/>
          <ac:cxnSpMkLst>
            <pc:docMk/>
            <pc:sldMk cId="1183626662" sldId="257"/>
            <ac:cxnSpMk id="271" creationId="{0EF38CEA-F573-1398-B91D-D5017B9A36B4}"/>
          </ac:cxnSpMkLst>
        </pc:cxnChg>
        <pc:cxnChg chg="mod">
          <ac:chgData name="José Noriega" userId="cb1ae4245c053ff1" providerId="LiveId" clId="{C1F2E7E5-80A1-4665-983B-B83B8534058D}" dt="2026-05-15T17:34:30.280" v="1670" actId="14100"/>
          <ac:cxnSpMkLst>
            <pc:docMk/>
            <pc:sldMk cId="1183626662" sldId="257"/>
            <ac:cxnSpMk id="272" creationId="{AFD1EA73-6155-C7C5-F779-30E6D65A61A1}"/>
          </ac:cxnSpMkLst>
        </pc:cxnChg>
        <pc:cxnChg chg="mod">
          <ac:chgData name="José Noriega" userId="cb1ae4245c053ff1" providerId="LiveId" clId="{C1F2E7E5-80A1-4665-983B-B83B8534058D}" dt="2026-05-15T17:34:32.687" v="1671" actId="14100"/>
          <ac:cxnSpMkLst>
            <pc:docMk/>
            <pc:sldMk cId="1183626662" sldId="257"/>
            <ac:cxnSpMk id="273" creationId="{CC306082-DF84-FE68-0B64-EA920D93FFFB}"/>
          </ac:cxnSpMkLst>
        </pc:cxnChg>
        <pc:cxnChg chg="add mod">
          <ac:chgData name="José Noriega" userId="cb1ae4245c053ff1" providerId="LiveId" clId="{C1F2E7E5-80A1-4665-983B-B83B8534058D}" dt="2026-05-20T02:21:27.420" v="4105" actId="1036"/>
          <ac:cxnSpMkLst>
            <pc:docMk/>
            <pc:sldMk cId="1183626662" sldId="257"/>
            <ac:cxnSpMk id="282" creationId="{DFB7DCE1-C810-8A9F-0DB4-903910421367}"/>
          </ac:cxnSpMkLst>
        </pc:cxnChg>
        <pc:cxnChg chg="add mod">
          <ac:chgData name="José Noriega" userId="cb1ae4245c053ff1" providerId="LiveId" clId="{C1F2E7E5-80A1-4665-983B-B83B8534058D}" dt="2026-05-20T02:21:27.420" v="4105" actId="1036"/>
          <ac:cxnSpMkLst>
            <pc:docMk/>
            <pc:sldMk cId="1183626662" sldId="257"/>
            <ac:cxnSpMk id="286" creationId="{687C2F10-4ABA-FEC4-0DC7-74BBD2B03B83}"/>
          </ac:cxnSpMkLst>
        </pc:cxnChg>
        <pc:cxnChg chg="add mod">
          <ac:chgData name="José Noriega" userId="cb1ae4245c053ff1" providerId="LiveId" clId="{C1F2E7E5-80A1-4665-983B-B83B8534058D}" dt="2026-05-20T02:21:27.420" v="4105" actId="1036"/>
          <ac:cxnSpMkLst>
            <pc:docMk/>
            <pc:sldMk cId="1183626662" sldId="257"/>
            <ac:cxnSpMk id="289" creationId="{823525E1-4728-AAAA-5189-F76E862206C7}"/>
          </ac:cxnSpMkLst>
        </pc:cxnChg>
        <pc:cxnChg chg="add mod">
          <ac:chgData name="José Noriega" userId="cb1ae4245c053ff1" providerId="LiveId" clId="{C1F2E7E5-80A1-4665-983B-B83B8534058D}" dt="2026-05-15T17:33:36.166" v="1668" actId="14100"/>
          <ac:cxnSpMkLst>
            <pc:docMk/>
            <pc:sldMk cId="1183626662" sldId="257"/>
            <ac:cxnSpMk id="292" creationId="{96A93018-531F-B976-3F7E-46717A3637E6}"/>
          </ac:cxnSpMkLst>
        </pc:cxnChg>
        <pc:cxnChg chg="add mod">
          <ac:chgData name="José Noriega" userId="cb1ae4245c053ff1" providerId="LiveId" clId="{C1F2E7E5-80A1-4665-983B-B83B8534058D}" dt="2026-05-20T02:21:27.420" v="4105" actId="1036"/>
          <ac:cxnSpMkLst>
            <pc:docMk/>
            <pc:sldMk cId="1183626662" sldId="257"/>
            <ac:cxnSpMk id="298" creationId="{369914E5-A09B-83EB-BA9D-F88872E1D77E}"/>
          </ac:cxnSpMkLst>
        </pc:cxnChg>
        <pc:cxnChg chg="add mod">
          <ac:chgData name="José Noriega" userId="cb1ae4245c053ff1" providerId="LiveId" clId="{C1F2E7E5-80A1-4665-983B-B83B8534058D}" dt="2026-05-15T17:36:54.168" v="1789" actId="14100"/>
          <ac:cxnSpMkLst>
            <pc:docMk/>
            <pc:sldMk cId="1183626662" sldId="257"/>
            <ac:cxnSpMk id="302" creationId="{D49088FE-9C57-4C5C-388B-9093CBFBDD9D}"/>
          </ac:cxnSpMkLst>
        </pc:cxnChg>
        <pc:cxnChg chg="add mod">
          <ac:chgData name="José Noriega" userId="cb1ae4245c053ff1" providerId="LiveId" clId="{C1F2E7E5-80A1-4665-983B-B83B8534058D}" dt="2026-05-15T17:37:00.319" v="1792" actId="14100"/>
          <ac:cxnSpMkLst>
            <pc:docMk/>
            <pc:sldMk cId="1183626662" sldId="257"/>
            <ac:cxnSpMk id="305" creationId="{9DF4CE71-5C6F-40F2-82E9-739042F0A66F}"/>
          </ac:cxnSpMkLst>
        </pc:cxnChg>
        <pc:cxnChg chg="add mod">
          <ac:chgData name="José Noriega" userId="cb1ae4245c053ff1" providerId="LiveId" clId="{C1F2E7E5-80A1-4665-983B-B83B8534058D}" dt="2026-05-15T17:37:06.109" v="1795" actId="14100"/>
          <ac:cxnSpMkLst>
            <pc:docMk/>
            <pc:sldMk cId="1183626662" sldId="257"/>
            <ac:cxnSpMk id="308" creationId="{D2E06EF6-99B8-AA9E-AF7C-57CD970DDA58}"/>
          </ac:cxnSpMkLst>
        </pc:cxnChg>
        <pc:cxnChg chg="add mod">
          <ac:chgData name="José Noriega" userId="cb1ae4245c053ff1" providerId="LiveId" clId="{C1F2E7E5-80A1-4665-983B-B83B8534058D}" dt="2026-05-15T17:37:41.989" v="1798" actId="692"/>
          <ac:cxnSpMkLst>
            <pc:docMk/>
            <pc:sldMk cId="1183626662" sldId="257"/>
            <ac:cxnSpMk id="312" creationId="{93AD9D25-4F6F-83F0-EDD8-56BDDFDAF24F}"/>
          </ac:cxnSpMkLst>
        </pc:cxnChg>
        <pc:cxnChg chg="add mod">
          <ac:chgData name="José Noriega" userId="cb1ae4245c053ff1" providerId="LiveId" clId="{C1F2E7E5-80A1-4665-983B-B83B8534058D}" dt="2026-05-15T17:38:09.687" v="1803" actId="14100"/>
          <ac:cxnSpMkLst>
            <pc:docMk/>
            <pc:sldMk cId="1183626662" sldId="257"/>
            <ac:cxnSpMk id="315" creationId="{49AF6A1D-B1D4-D64E-77B9-CEE1AE8EAAEA}"/>
          </ac:cxnSpMkLst>
        </pc:cxnChg>
        <pc:cxnChg chg="add mod">
          <ac:chgData name="José Noriega" userId="cb1ae4245c053ff1" providerId="LiveId" clId="{C1F2E7E5-80A1-4665-983B-B83B8534058D}" dt="2026-05-15T17:38:33.560" v="1807" actId="14100"/>
          <ac:cxnSpMkLst>
            <pc:docMk/>
            <pc:sldMk cId="1183626662" sldId="257"/>
            <ac:cxnSpMk id="318" creationId="{88003724-0CD1-0157-CAA1-1297D6368F29}"/>
          </ac:cxnSpMkLst>
        </pc:cxnChg>
        <pc:cxnChg chg="add mod">
          <ac:chgData name="José Noriega" userId="cb1ae4245c053ff1" providerId="LiveId" clId="{C1F2E7E5-80A1-4665-983B-B83B8534058D}" dt="2026-05-15T17:38:39.493" v="1810" actId="14100"/>
          <ac:cxnSpMkLst>
            <pc:docMk/>
            <pc:sldMk cId="1183626662" sldId="257"/>
            <ac:cxnSpMk id="321" creationId="{545F6F80-C544-BC53-2B77-2C590EDBDF0C}"/>
          </ac:cxnSpMkLst>
        </pc:cxnChg>
        <pc:cxnChg chg="add mod">
          <ac:chgData name="José Noriega" userId="cb1ae4245c053ff1" providerId="LiveId" clId="{C1F2E7E5-80A1-4665-983B-B83B8534058D}" dt="2026-05-15T17:38:43.670" v="1813" actId="14100"/>
          <ac:cxnSpMkLst>
            <pc:docMk/>
            <pc:sldMk cId="1183626662" sldId="257"/>
            <ac:cxnSpMk id="324" creationId="{0C609049-FB90-5755-FD2C-CB8577729D50}"/>
          </ac:cxnSpMkLst>
        </pc:cxnChg>
        <pc:cxnChg chg="add mod">
          <ac:chgData name="José Noriega" userId="cb1ae4245c053ff1" providerId="LiveId" clId="{C1F2E7E5-80A1-4665-983B-B83B8534058D}" dt="2026-05-15T17:38:48.935" v="1816" actId="14100"/>
          <ac:cxnSpMkLst>
            <pc:docMk/>
            <pc:sldMk cId="1183626662" sldId="257"/>
            <ac:cxnSpMk id="327" creationId="{D4A11188-9B36-D95B-24E2-08666E27E4C0}"/>
          </ac:cxnSpMkLst>
        </pc:cxnChg>
        <pc:cxnChg chg="add mod">
          <ac:chgData name="José Noriega" userId="cb1ae4245c053ff1" providerId="LiveId" clId="{C1F2E7E5-80A1-4665-983B-B83B8534058D}" dt="2026-05-20T02:22:03.216" v="4106" actId="14100"/>
          <ac:cxnSpMkLst>
            <pc:docMk/>
            <pc:sldMk cId="1183626662" sldId="257"/>
            <ac:cxnSpMk id="336" creationId="{B471709D-1A11-D925-4E83-0AC29C88DF03}"/>
          </ac:cxnSpMkLst>
        </pc:cxnChg>
        <pc:cxnChg chg="add mod">
          <ac:chgData name="José Noriega" userId="cb1ae4245c053ff1" providerId="LiveId" clId="{C1F2E7E5-80A1-4665-983B-B83B8534058D}" dt="2026-05-15T17:49:21.203" v="2011" actId="1038"/>
          <ac:cxnSpMkLst>
            <pc:docMk/>
            <pc:sldMk cId="1183626662" sldId="257"/>
            <ac:cxnSpMk id="338" creationId="{9CB3B8D3-FCF0-AAA4-66E8-9F8FD7D80400}"/>
          </ac:cxnSpMkLst>
        </pc:cxnChg>
        <pc:cxnChg chg="add mod">
          <ac:chgData name="José Noriega" userId="cb1ae4245c053ff1" providerId="LiveId" clId="{C1F2E7E5-80A1-4665-983B-B83B8534058D}" dt="2026-05-15T17:42:30.997" v="1842" actId="14100"/>
          <ac:cxnSpMkLst>
            <pc:docMk/>
            <pc:sldMk cId="1183626662" sldId="257"/>
            <ac:cxnSpMk id="340" creationId="{C96FD0DD-A59C-474E-E0AA-57B8443E7A13}"/>
          </ac:cxnSpMkLst>
        </pc:cxnChg>
        <pc:cxnChg chg="add mod">
          <ac:chgData name="José Noriega" userId="cb1ae4245c053ff1" providerId="LiveId" clId="{C1F2E7E5-80A1-4665-983B-B83B8534058D}" dt="2026-05-15T17:49:25.868" v="2014" actId="1038"/>
          <ac:cxnSpMkLst>
            <pc:docMk/>
            <pc:sldMk cId="1183626662" sldId="257"/>
            <ac:cxnSpMk id="341" creationId="{503B832D-0D5C-8FDF-E1C2-BD4DC33D1C34}"/>
          </ac:cxnSpMkLst>
        </pc:cxnChg>
        <pc:cxnChg chg="add mod">
          <ac:chgData name="José Noriega" userId="cb1ae4245c053ff1" providerId="LiveId" clId="{C1F2E7E5-80A1-4665-983B-B83B8534058D}" dt="2026-05-15T17:49:28.718" v="2016" actId="1038"/>
          <ac:cxnSpMkLst>
            <pc:docMk/>
            <pc:sldMk cId="1183626662" sldId="257"/>
            <ac:cxnSpMk id="342" creationId="{5F1A18C5-D37E-35F5-94F7-C4897E9AFE7C}"/>
          </ac:cxnSpMkLst>
        </pc:cxnChg>
        <pc:cxnChg chg="add mod">
          <ac:chgData name="José Noriega" userId="cb1ae4245c053ff1" providerId="LiveId" clId="{C1F2E7E5-80A1-4665-983B-B83B8534058D}" dt="2026-05-15T17:43:53.269" v="1961" actId="1035"/>
          <ac:cxnSpMkLst>
            <pc:docMk/>
            <pc:sldMk cId="1183626662" sldId="257"/>
            <ac:cxnSpMk id="343" creationId="{1DDAAD45-919E-D7D6-0A97-05A02F8A4F59}"/>
          </ac:cxnSpMkLst>
        </pc:cxnChg>
        <pc:cxnChg chg="add mod">
          <ac:chgData name="José Noriega" userId="cb1ae4245c053ff1" providerId="LiveId" clId="{C1F2E7E5-80A1-4665-983B-B83B8534058D}" dt="2026-05-15T17:44:29.134" v="1969" actId="1037"/>
          <ac:cxnSpMkLst>
            <pc:docMk/>
            <pc:sldMk cId="1183626662" sldId="257"/>
            <ac:cxnSpMk id="344" creationId="{5E4FCA55-03E7-6CF9-FF16-2844561EB375}"/>
          </ac:cxnSpMkLst>
        </pc:cxnChg>
        <pc:cxnChg chg="add mod">
          <ac:chgData name="José Noriega" userId="cb1ae4245c053ff1" providerId="LiveId" clId="{C1F2E7E5-80A1-4665-983B-B83B8534058D}" dt="2026-05-15T17:44:23.051" v="1967" actId="14100"/>
          <ac:cxnSpMkLst>
            <pc:docMk/>
            <pc:sldMk cId="1183626662" sldId="257"/>
            <ac:cxnSpMk id="345" creationId="{DCA10C6A-AA45-B719-5667-B34E5970C8E9}"/>
          </ac:cxnSpMkLst>
        </pc:cxnChg>
        <pc:cxnChg chg="add mod">
          <ac:chgData name="José Noriega" userId="cb1ae4245c053ff1" providerId="LiveId" clId="{C1F2E7E5-80A1-4665-983B-B83B8534058D}" dt="2026-05-15T17:44:23.051" v="1967" actId="14100"/>
          <ac:cxnSpMkLst>
            <pc:docMk/>
            <pc:sldMk cId="1183626662" sldId="257"/>
            <ac:cxnSpMk id="346" creationId="{21869AF5-A43E-D5DB-5964-FCC83AFE9FC7}"/>
          </ac:cxnSpMkLst>
        </pc:cxnChg>
        <pc:cxnChg chg="add mod">
          <ac:chgData name="José Noriega" userId="cb1ae4245c053ff1" providerId="LiveId" clId="{C1F2E7E5-80A1-4665-983B-B83B8534058D}" dt="2026-05-15T17:45:03.836" v="1973" actId="1076"/>
          <ac:cxnSpMkLst>
            <pc:docMk/>
            <pc:sldMk cId="1183626662" sldId="257"/>
            <ac:cxnSpMk id="849" creationId="{50FFE447-0FE1-E259-28FA-880B25C4F04F}"/>
          </ac:cxnSpMkLst>
        </pc:cxnChg>
        <pc:cxnChg chg="add mod">
          <ac:chgData name="José Noriega" userId="cb1ae4245c053ff1" providerId="LiveId" clId="{C1F2E7E5-80A1-4665-983B-B83B8534058D}" dt="2026-05-15T17:45:03.836" v="1973" actId="1076"/>
          <ac:cxnSpMkLst>
            <pc:docMk/>
            <pc:sldMk cId="1183626662" sldId="257"/>
            <ac:cxnSpMk id="850" creationId="{523FCEC0-782D-ADA8-8D76-9181B4B438CA}"/>
          </ac:cxnSpMkLst>
        </pc:cxnChg>
        <pc:cxnChg chg="add mod">
          <ac:chgData name="José Noriega" userId="cb1ae4245c053ff1" providerId="LiveId" clId="{C1F2E7E5-80A1-4665-983B-B83B8534058D}" dt="2026-05-15T17:45:03.836" v="1973" actId="1076"/>
          <ac:cxnSpMkLst>
            <pc:docMk/>
            <pc:sldMk cId="1183626662" sldId="257"/>
            <ac:cxnSpMk id="851" creationId="{4284805A-7E24-CC66-C38F-1DDBC6EB893E}"/>
          </ac:cxnSpMkLst>
        </pc:cxnChg>
        <pc:cxnChg chg="add mod">
          <ac:chgData name="José Noriega" userId="cb1ae4245c053ff1" providerId="LiveId" clId="{C1F2E7E5-80A1-4665-983B-B83B8534058D}" dt="2026-05-15T17:45:03.836" v="1973" actId="1076"/>
          <ac:cxnSpMkLst>
            <pc:docMk/>
            <pc:sldMk cId="1183626662" sldId="257"/>
            <ac:cxnSpMk id="852" creationId="{5E998F12-A1ED-C41F-41A2-1C7CEBDD2C8B}"/>
          </ac:cxnSpMkLst>
        </pc:cxnChg>
        <pc:cxnChg chg="add mod">
          <ac:chgData name="José Noriega" userId="cb1ae4245c053ff1" providerId="LiveId" clId="{C1F2E7E5-80A1-4665-983B-B83B8534058D}" dt="2026-05-15T17:45:14.342" v="1975" actId="1076"/>
          <ac:cxnSpMkLst>
            <pc:docMk/>
            <pc:sldMk cId="1183626662" sldId="257"/>
            <ac:cxnSpMk id="853" creationId="{C1389344-5D2D-4E0E-1976-2B66A3F9785C}"/>
          </ac:cxnSpMkLst>
        </pc:cxnChg>
        <pc:cxnChg chg="add mod">
          <ac:chgData name="José Noriega" userId="cb1ae4245c053ff1" providerId="LiveId" clId="{C1F2E7E5-80A1-4665-983B-B83B8534058D}" dt="2026-05-15T17:45:14.342" v="1975" actId="1076"/>
          <ac:cxnSpMkLst>
            <pc:docMk/>
            <pc:sldMk cId="1183626662" sldId="257"/>
            <ac:cxnSpMk id="854" creationId="{056B5480-6A65-7777-DDA8-C4E0D1928452}"/>
          </ac:cxnSpMkLst>
        </pc:cxnChg>
        <pc:cxnChg chg="add mod">
          <ac:chgData name="José Noriega" userId="cb1ae4245c053ff1" providerId="LiveId" clId="{C1F2E7E5-80A1-4665-983B-B83B8534058D}" dt="2026-05-15T17:45:14.342" v="1975" actId="1076"/>
          <ac:cxnSpMkLst>
            <pc:docMk/>
            <pc:sldMk cId="1183626662" sldId="257"/>
            <ac:cxnSpMk id="855" creationId="{836AA466-5A6C-E0CC-EB52-8F65AF8A3B11}"/>
          </ac:cxnSpMkLst>
        </pc:cxnChg>
        <pc:cxnChg chg="add mod">
          <ac:chgData name="José Noriega" userId="cb1ae4245c053ff1" providerId="LiveId" clId="{C1F2E7E5-80A1-4665-983B-B83B8534058D}" dt="2026-05-15T17:45:14.342" v="1975" actId="1076"/>
          <ac:cxnSpMkLst>
            <pc:docMk/>
            <pc:sldMk cId="1183626662" sldId="257"/>
            <ac:cxnSpMk id="856" creationId="{100E62E7-DEEF-D7F2-4B4A-6DA5C19A8F69}"/>
          </ac:cxnSpMkLst>
        </pc:cxnChg>
        <pc:cxnChg chg="add mod">
          <ac:chgData name="José Noriega" userId="cb1ae4245c053ff1" providerId="LiveId" clId="{C1F2E7E5-80A1-4665-983B-B83B8534058D}" dt="2026-05-15T17:45:25.187" v="1977" actId="1076"/>
          <ac:cxnSpMkLst>
            <pc:docMk/>
            <pc:sldMk cId="1183626662" sldId="257"/>
            <ac:cxnSpMk id="857" creationId="{A0D3EB01-9BB6-ED5D-C074-0B3C19E31FB0}"/>
          </ac:cxnSpMkLst>
        </pc:cxnChg>
        <pc:cxnChg chg="add mod">
          <ac:chgData name="José Noriega" userId="cb1ae4245c053ff1" providerId="LiveId" clId="{C1F2E7E5-80A1-4665-983B-B83B8534058D}" dt="2026-05-15T17:45:25.187" v="1977" actId="1076"/>
          <ac:cxnSpMkLst>
            <pc:docMk/>
            <pc:sldMk cId="1183626662" sldId="257"/>
            <ac:cxnSpMk id="858" creationId="{CBC98097-959A-94E0-B67B-55D8DE7D3C56}"/>
          </ac:cxnSpMkLst>
        </pc:cxnChg>
        <pc:cxnChg chg="add mod">
          <ac:chgData name="José Noriega" userId="cb1ae4245c053ff1" providerId="LiveId" clId="{C1F2E7E5-80A1-4665-983B-B83B8534058D}" dt="2026-05-15T17:45:25.187" v="1977" actId="1076"/>
          <ac:cxnSpMkLst>
            <pc:docMk/>
            <pc:sldMk cId="1183626662" sldId="257"/>
            <ac:cxnSpMk id="859" creationId="{D158716C-2C36-48C4-8FFE-4BD7DB9C652D}"/>
          </ac:cxnSpMkLst>
        </pc:cxnChg>
        <pc:cxnChg chg="add mod">
          <ac:chgData name="José Noriega" userId="cb1ae4245c053ff1" providerId="LiveId" clId="{C1F2E7E5-80A1-4665-983B-B83B8534058D}" dt="2026-05-15T17:45:25.187" v="1977" actId="1076"/>
          <ac:cxnSpMkLst>
            <pc:docMk/>
            <pc:sldMk cId="1183626662" sldId="257"/>
            <ac:cxnSpMk id="860" creationId="{F8615BA8-3AB3-C02D-58F1-1D8CB99BB347}"/>
          </ac:cxnSpMkLst>
        </pc:cxnChg>
        <pc:cxnChg chg="add mod">
          <ac:chgData name="José Noriega" userId="cb1ae4245c053ff1" providerId="LiveId" clId="{C1F2E7E5-80A1-4665-983B-B83B8534058D}" dt="2026-05-20T02:17:19.495" v="4056" actId="14100"/>
          <ac:cxnSpMkLst>
            <pc:docMk/>
            <pc:sldMk cId="1183626662" sldId="257"/>
            <ac:cxnSpMk id="862" creationId="{F9FADAB4-CA68-C393-E321-98A2150E8A4C}"/>
          </ac:cxnSpMkLst>
        </pc:cxnChg>
        <pc:cxnChg chg="add mod">
          <ac:chgData name="José Noriega" userId="cb1ae4245c053ff1" providerId="LiveId" clId="{C1F2E7E5-80A1-4665-983B-B83B8534058D}" dt="2026-05-15T18:11:57.516" v="2377" actId="1035"/>
          <ac:cxnSpMkLst>
            <pc:docMk/>
            <pc:sldMk cId="1183626662" sldId="257"/>
            <ac:cxnSpMk id="867" creationId="{3F402497-892B-A2CC-1315-4A856934E070}"/>
          </ac:cxnSpMkLst>
        </pc:cxnChg>
        <pc:cxnChg chg="mod">
          <ac:chgData name="José Noriega" userId="cb1ae4245c053ff1" providerId="LiveId" clId="{C1F2E7E5-80A1-4665-983B-B83B8534058D}" dt="2026-05-20T02:18:47.135" v="4066" actId="1036"/>
          <ac:cxnSpMkLst>
            <pc:docMk/>
            <pc:sldMk cId="1183626662" sldId="257"/>
            <ac:cxnSpMk id="870" creationId="{500CFA29-2A43-5ABE-93BD-FE7C38D48226}"/>
          </ac:cxnSpMkLst>
        </pc:cxnChg>
        <pc:cxnChg chg="mod">
          <ac:chgData name="José Noriega" userId="cb1ae4245c053ff1" providerId="LiveId" clId="{C1F2E7E5-80A1-4665-983B-B83B8534058D}" dt="2026-05-15T18:11:53.291" v="2376" actId="1036"/>
          <ac:cxnSpMkLst>
            <pc:docMk/>
            <pc:sldMk cId="1183626662" sldId="257"/>
            <ac:cxnSpMk id="871" creationId="{D208ECC8-193D-35DF-B1B0-473C400AB1B9}"/>
          </ac:cxnSpMkLst>
        </pc:cxnChg>
        <pc:cxnChg chg="mod">
          <ac:chgData name="José Noriega" userId="cb1ae4245c053ff1" providerId="LiveId" clId="{C1F2E7E5-80A1-4665-983B-B83B8534058D}" dt="2026-05-15T17:47:17.785" v="1995"/>
          <ac:cxnSpMkLst>
            <pc:docMk/>
            <pc:sldMk cId="1183626662" sldId="257"/>
            <ac:cxnSpMk id="873" creationId="{BD770983-0837-8D6E-8231-DD9531643E60}"/>
          </ac:cxnSpMkLst>
        </pc:cxnChg>
        <pc:cxnChg chg="mod">
          <ac:chgData name="José Noriega" userId="cb1ae4245c053ff1" providerId="LiveId" clId="{C1F2E7E5-80A1-4665-983B-B83B8534058D}" dt="2026-05-20T02:20:50.532" v="4084" actId="14100"/>
          <ac:cxnSpMkLst>
            <pc:docMk/>
            <pc:sldMk cId="1183626662" sldId="257"/>
            <ac:cxnSpMk id="874" creationId="{9EFB86B5-F6EC-B0D3-3E33-969DA73AA91C}"/>
          </ac:cxnSpMkLst>
        </pc:cxnChg>
        <pc:cxnChg chg="mod">
          <ac:chgData name="José Noriega" userId="cb1ae4245c053ff1" providerId="LiveId" clId="{C1F2E7E5-80A1-4665-983B-B83B8534058D}" dt="2026-05-15T17:47:33.686" v="1999"/>
          <ac:cxnSpMkLst>
            <pc:docMk/>
            <pc:sldMk cId="1183626662" sldId="257"/>
            <ac:cxnSpMk id="876" creationId="{4A302D44-CD11-7388-BA6A-255EEC1FD06F}"/>
          </ac:cxnSpMkLst>
        </pc:cxnChg>
        <pc:cxnChg chg="mod">
          <ac:chgData name="José Noriega" userId="cb1ae4245c053ff1" providerId="LiveId" clId="{C1F2E7E5-80A1-4665-983B-B83B8534058D}" dt="2026-05-20T02:20:36.213" v="4082" actId="14100"/>
          <ac:cxnSpMkLst>
            <pc:docMk/>
            <pc:sldMk cId="1183626662" sldId="257"/>
            <ac:cxnSpMk id="877" creationId="{8BBB48A3-4E34-C412-53C3-6783CC88FCF1}"/>
          </ac:cxnSpMkLst>
        </pc:cxnChg>
        <pc:cxnChg chg="mod">
          <ac:chgData name="José Noriega" userId="cb1ae4245c053ff1" providerId="LiveId" clId="{C1F2E7E5-80A1-4665-983B-B83B8534058D}" dt="2026-05-20T02:20:00.640" v="4078" actId="1035"/>
          <ac:cxnSpMkLst>
            <pc:docMk/>
            <pc:sldMk cId="1183626662" sldId="257"/>
            <ac:cxnSpMk id="879" creationId="{281CE9D2-5379-FC0E-ECD2-62D33FD5F688}"/>
          </ac:cxnSpMkLst>
        </pc:cxnChg>
        <pc:cxnChg chg="mod">
          <ac:chgData name="José Noriega" userId="cb1ae4245c053ff1" providerId="LiveId" clId="{C1F2E7E5-80A1-4665-983B-B83B8534058D}" dt="2026-05-20T02:19:56.325" v="4077" actId="14100"/>
          <ac:cxnSpMkLst>
            <pc:docMk/>
            <pc:sldMk cId="1183626662" sldId="257"/>
            <ac:cxnSpMk id="880" creationId="{B0EF6D19-F481-5785-3026-0FD578B9A46C}"/>
          </ac:cxnSpMkLst>
        </pc:cxnChg>
        <pc:cxnChg chg="add mod">
          <ac:chgData name="José Noriega" userId="cb1ae4245c053ff1" providerId="LiveId" clId="{C1F2E7E5-80A1-4665-983B-B83B8534058D}" dt="2026-05-15T17:49:09.454" v="2009" actId="692"/>
          <ac:cxnSpMkLst>
            <pc:docMk/>
            <pc:sldMk cId="1183626662" sldId="257"/>
            <ac:cxnSpMk id="884" creationId="{C3DA96B2-FB2F-FFEC-B495-C4644BA80BF2}"/>
          </ac:cxnSpMkLst>
        </pc:cxnChg>
        <pc:cxnChg chg="add mod">
          <ac:chgData name="José Noriega" userId="cb1ae4245c053ff1" providerId="LiveId" clId="{C1F2E7E5-80A1-4665-983B-B83B8534058D}" dt="2026-05-15T17:51:12.384" v="2033" actId="1038"/>
          <ac:cxnSpMkLst>
            <pc:docMk/>
            <pc:sldMk cId="1183626662" sldId="257"/>
            <ac:cxnSpMk id="886" creationId="{E1A756D2-7650-FD00-67D1-3C44832660BF}"/>
          </ac:cxnSpMkLst>
        </pc:cxnChg>
        <pc:cxnChg chg="add mod">
          <ac:chgData name="José Noriega" userId="cb1ae4245c053ff1" providerId="LiveId" clId="{C1F2E7E5-80A1-4665-983B-B83B8534058D}" dt="2026-05-15T18:04:01.636" v="2249" actId="14100"/>
          <ac:cxnSpMkLst>
            <pc:docMk/>
            <pc:sldMk cId="1183626662" sldId="257"/>
            <ac:cxnSpMk id="888" creationId="{2E9D9CB1-CBC3-4F26-1C12-BFBBB540E226}"/>
          </ac:cxnSpMkLst>
        </pc:cxnChg>
        <pc:cxnChg chg="add mod">
          <ac:chgData name="José Noriega" userId="cb1ae4245c053ff1" providerId="LiveId" clId="{C1F2E7E5-80A1-4665-983B-B83B8534058D}" dt="2026-05-15T18:04:01.636" v="2249" actId="14100"/>
          <ac:cxnSpMkLst>
            <pc:docMk/>
            <pc:sldMk cId="1183626662" sldId="257"/>
            <ac:cxnSpMk id="891" creationId="{A0BC8724-A3B4-1956-7550-B8A3ADA03133}"/>
          </ac:cxnSpMkLst>
        </pc:cxnChg>
        <pc:cxnChg chg="add mod">
          <ac:chgData name="José Noriega" userId="cb1ae4245c053ff1" providerId="LiveId" clId="{C1F2E7E5-80A1-4665-983B-B83B8534058D}" dt="2026-05-15T18:04:01.636" v="2249" actId="14100"/>
          <ac:cxnSpMkLst>
            <pc:docMk/>
            <pc:sldMk cId="1183626662" sldId="257"/>
            <ac:cxnSpMk id="894" creationId="{181F380F-0582-8E60-E621-2A346A7B1D42}"/>
          </ac:cxnSpMkLst>
        </pc:cxnChg>
        <pc:cxnChg chg="add mod">
          <ac:chgData name="José Noriega" userId="cb1ae4245c053ff1" providerId="LiveId" clId="{C1F2E7E5-80A1-4665-983B-B83B8534058D}" dt="2026-05-15T17:52:19.951" v="2046" actId="14100"/>
          <ac:cxnSpMkLst>
            <pc:docMk/>
            <pc:sldMk cId="1183626662" sldId="257"/>
            <ac:cxnSpMk id="898" creationId="{F29F564C-0504-02BD-3F09-D1B6840679A2}"/>
          </ac:cxnSpMkLst>
        </pc:cxnChg>
        <pc:cxnChg chg="add mod">
          <ac:chgData name="José Noriega" userId="cb1ae4245c053ff1" providerId="LiveId" clId="{C1F2E7E5-80A1-4665-983B-B83B8534058D}" dt="2026-05-15T17:52:28.313" v="2049" actId="14100"/>
          <ac:cxnSpMkLst>
            <pc:docMk/>
            <pc:sldMk cId="1183626662" sldId="257"/>
            <ac:cxnSpMk id="901" creationId="{E6B78236-AC4C-7CBA-3CAC-5B83976D23DB}"/>
          </ac:cxnSpMkLst>
        </pc:cxnChg>
        <pc:cxnChg chg="add mod">
          <ac:chgData name="José Noriega" userId="cb1ae4245c053ff1" providerId="LiveId" clId="{C1F2E7E5-80A1-4665-983B-B83B8534058D}" dt="2026-05-15T17:52:43.958" v="2052" actId="14100"/>
          <ac:cxnSpMkLst>
            <pc:docMk/>
            <pc:sldMk cId="1183626662" sldId="257"/>
            <ac:cxnSpMk id="904" creationId="{E5089F18-27D9-4CB2-F945-70425A490E2A}"/>
          </ac:cxnSpMkLst>
        </pc:cxnChg>
        <pc:cxnChg chg="add mod">
          <ac:chgData name="José Noriega" userId="cb1ae4245c053ff1" providerId="LiveId" clId="{C1F2E7E5-80A1-4665-983B-B83B8534058D}" dt="2026-05-15T17:52:55.028" v="2055" actId="14100"/>
          <ac:cxnSpMkLst>
            <pc:docMk/>
            <pc:sldMk cId="1183626662" sldId="257"/>
            <ac:cxnSpMk id="907" creationId="{6CE2C661-ED1B-466B-79A3-84F87166052C}"/>
          </ac:cxnSpMkLst>
        </pc:cxnChg>
      </pc:sldChg>
      <pc:sldChg chg="addSp delSp modSp new mod">
        <pc:chgData name="José Noriega" userId="cb1ae4245c053ff1" providerId="LiveId" clId="{C1F2E7E5-80A1-4665-983B-B83B8534058D}" dt="2026-05-20T02:25:15.173" v="4146" actId="692"/>
        <pc:sldMkLst>
          <pc:docMk/>
          <pc:sldMk cId="1988453215" sldId="258"/>
        </pc:sldMkLst>
        <pc:spChg chg="add mod">
          <ac:chgData name="José Noriega" userId="cb1ae4245c053ff1" providerId="LiveId" clId="{C1F2E7E5-80A1-4665-983B-B83B8534058D}" dt="2026-05-17T11:30:51.920" v="4049" actId="207"/>
          <ac:spMkLst>
            <pc:docMk/>
            <pc:sldMk cId="1988453215" sldId="258"/>
            <ac:spMk id="4" creationId="{5849878C-7A29-F2B0-8E83-C7724FFE81B9}"/>
          </ac:spMkLst>
        </pc:spChg>
        <pc:spChg chg="add mod">
          <ac:chgData name="José Noriega" userId="cb1ae4245c053ff1" providerId="LiveId" clId="{C1F2E7E5-80A1-4665-983B-B83B8534058D}" dt="2026-05-15T20:09:00.861" v="3018" actId="692"/>
          <ac:spMkLst>
            <pc:docMk/>
            <pc:sldMk cId="1988453215" sldId="258"/>
            <ac:spMk id="6" creationId="{4EB9FC63-74D3-2BD5-CE01-967D3FC823DC}"/>
          </ac:spMkLst>
        </pc:spChg>
        <pc:spChg chg="add mod">
          <ac:chgData name="José Noriega" userId="cb1ae4245c053ff1" providerId="LiveId" clId="{C1F2E7E5-80A1-4665-983B-B83B8534058D}" dt="2026-05-15T20:02:45.109" v="2433" actId="1076"/>
          <ac:spMkLst>
            <pc:docMk/>
            <pc:sldMk cId="1988453215" sldId="258"/>
            <ac:spMk id="7" creationId="{772A9A07-C23D-0E40-8CAB-10AEBFECD8E9}"/>
          </ac:spMkLst>
        </pc:spChg>
        <pc:spChg chg="add mod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8" creationId="{AED26B49-1439-49A4-B041-3835902CE34F}"/>
          </ac:spMkLst>
        </pc:spChg>
        <pc:spChg chg="add mod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9" creationId="{04757784-BA9B-3D6A-7964-DEDFED26BC0F}"/>
          </ac:spMkLst>
        </pc:spChg>
        <pc:spChg chg="add mod">
          <ac:chgData name="José Noriega" userId="cb1ae4245c053ff1" providerId="LiveId" clId="{C1F2E7E5-80A1-4665-983B-B83B8534058D}" dt="2026-05-15T20:09:00.861" v="3018" actId="692"/>
          <ac:spMkLst>
            <pc:docMk/>
            <pc:sldMk cId="1988453215" sldId="258"/>
            <ac:spMk id="10" creationId="{D0DD3E94-83D8-3DFF-6D2D-1BECDFBD1D7B}"/>
          </ac:spMkLst>
        </pc:spChg>
        <pc:spChg chg="add mod">
          <ac:chgData name="José Noriega" userId="cb1ae4245c053ff1" providerId="LiveId" clId="{C1F2E7E5-80A1-4665-983B-B83B8534058D}" dt="2026-05-15T20:09:00.861" v="3018" actId="692"/>
          <ac:spMkLst>
            <pc:docMk/>
            <pc:sldMk cId="1988453215" sldId="258"/>
            <ac:spMk id="12" creationId="{842DA333-55BA-56C2-9A88-FAB98033605E}"/>
          </ac:spMkLst>
        </pc:spChg>
        <pc:spChg chg="add mod">
          <ac:chgData name="José Noriega" userId="cb1ae4245c053ff1" providerId="LiveId" clId="{C1F2E7E5-80A1-4665-983B-B83B8534058D}" dt="2026-05-15T20:09:00.861" v="3018" actId="692"/>
          <ac:spMkLst>
            <pc:docMk/>
            <pc:sldMk cId="1988453215" sldId="258"/>
            <ac:spMk id="13" creationId="{AF137435-3025-6F0E-D227-1154EF8E515F}"/>
          </ac:spMkLst>
        </pc:spChg>
        <pc:spChg chg="add mod">
          <ac:chgData name="José Noriega" userId="cb1ae4245c053ff1" providerId="LiveId" clId="{C1F2E7E5-80A1-4665-983B-B83B8534058D}" dt="2026-05-15T20:11:00.899" v="3079" actId="1037"/>
          <ac:spMkLst>
            <pc:docMk/>
            <pc:sldMk cId="1988453215" sldId="258"/>
            <ac:spMk id="14" creationId="{7AE28BCC-1CBA-43C6-2726-FDC1B796FCDE}"/>
          </ac:spMkLst>
        </pc:spChg>
        <pc:spChg chg="add mod">
          <ac:chgData name="José Noriega" userId="cb1ae4245c053ff1" providerId="LiveId" clId="{C1F2E7E5-80A1-4665-983B-B83B8534058D}" dt="2026-05-15T20:11:00.899" v="3079" actId="1037"/>
          <ac:spMkLst>
            <pc:docMk/>
            <pc:sldMk cId="1988453215" sldId="258"/>
            <ac:spMk id="15" creationId="{4F599CEB-2812-F72B-3B81-3D8AFCC67CC4}"/>
          </ac:spMkLst>
        </pc:spChg>
        <pc:spChg chg="add mod">
          <ac:chgData name="José Noriega" userId="cb1ae4245c053ff1" providerId="LiveId" clId="{C1F2E7E5-80A1-4665-983B-B83B8534058D}" dt="2026-05-15T20:11:05.954" v="3099" actId="1038"/>
          <ac:spMkLst>
            <pc:docMk/>
            <pc:sldMk cId="1988453215" sldId="258"/>
            <ac:spMk id="18" creationId="{EFE2435F-BEB4-2946-B46B-CCA2702D3B5E}"/>
          </ac:spMkLst>
        </pc:spChg>
        <pc:spChg chg="add mod">
          <ac:chgData name="José Noriega" userId="cb1ae4245c053ff1" providerId="LiveId" clId="{C1F2E7E5-80A1-4665-983B-B83B8534058D}" dt="2026-05-15T20:11:05.954" v="3099" actId="1038"/>
          <ac:spMkLst>
            <pc:docMk/>
            <pc:sldMk cId="1988453215" sldId="258"/>
            <ac:spMk id="19" creationId="{5205B1C8-E160-FD14-DFD9-A30E6C111477}"/>
          </ac:spMkLst>
        </pc:spChg>
        <pc:spChg chg="add mod">
          <ac:chgData name="José Noriega" userId="cb1ae4245c053ff1" providerId="LiveId" clId="{C1F2E7E5-80A1-4665-983B-B83B8534058D}" dt="2026-05-20T02:23:51.401" v="4125" actId="1038"/>
          <ac:spMkLst>
            <pc:docMk/>
            <pc:sldMk cId="1988453215" sldId="258"/>
            <ac:spMk id="20" creationId="{4EDF4826-8879-F477-1637-3AF63C792E51}"/>
          </ac:spMkLst>
        </pc:spChg>
        <pc:spChg chg="add mod">
          <ac:chgData name="José Noriega" userId="cb1ae4245c053ff1" providerId="LiveId" clId="{C1F2E7E5-80A1-4665-983B-B83B8534058D}" dt="2026-05-20T02:23:51.401" v="4125" actId="1038"/>
          <ac:spMkLst>
            <pc:docMk/>
            <pc:sldMk cId="1988453215" sldId="258"/>
            <ac:spMk id="21" creationId="{4DF58FD7-6C82-D5A1-AAA5-A93859AFDA9A}"/>
          </ac:spMkLst>
        </pc:spChg>
        <pc:spChg chg="add mod">
          <ac:chgData name="José Noriega" userId="cb1ae4245c053ff1" providerId="LiveId" clId="{C1F2E7E5-80A1-4665-983B-B83B8534058D}" dt="2026-05-20T02:23:51.401" v="4125" actId="1038"/>
          <ac:spMkLst>
            <pc:docMk/>
            <pc:sldMk cId="1988453215" sldId="258"/>
            <ac:spMk id="22" creationId="{8D2E828E-AFB6-3659-8F17-F51E63B5222F}"/>
          </ac:spMkLst>
        </pc:spChg>
        <pc:spChg chg="mod">
          <ac:chgData name="José Noriega" userId="cb1ae4245c053ff1" providerId="LiveId" clId="{C1F2E7E5-80A1-4665-983B-B83B8534058D}" dt="2026-05-15T20:09:57.347" v="3022"/>
          <ac:spMkLst>
            <pc:docMk/>
            <pc:sldMk cId="1988453215" sldId="258"/>
            <ac:spMk id="24" creationId="{2C72C831-7CCB-2172-EDB4-A8F2E750DA8F}"/>
          </ac:spMkLst>
        </pc:spChg>
        <pc:spChg chg="mod">
          <ac:chgData name="José Noriega" userId="cb1ae4245c053ff1" providerId="LiveId" clId="{C1F2E7E5-80A1-4665-983B-B83B8534058D}" dt="2026-05-15T20:10:09.557" v="3030"/>
          <ac:spMkLst>
            <pc:docMk/>
            <pc:sldMk cId="1988453215" sldId="258"/>
            <ac:spMk id="30" creationId="{3535D489-A8FE-E172-5B85-37F2CF3E8AB8}"/>
          </ac:spMkLst>
        </pc:spChg>
        <pc:spChg chg="add mod">
          <ac:chgData name="José Noriega" userId="cb1ae4245c053ff1" providerId="LiveId" clId="{C1F2E7E5-80A1-4665-983B-B83B8534058D}" dt="2026-05-15T20:16:30.335" v="3172" actId="1038"/>
          <ac:spMkLst>
            <pc:docMk/>
            <pc:sldMk cId="1988453215" sldId="258"/>
            <ac:spMk id="40" creationId="{699AB3E9-CC3B-79C8-D2DE-A7047087C877}"/>
          </ac:spMkLst>
        </pc:spChg>
        <pc:spChg chg="add mod">
          <ac:chgData name="José Noriega" userId="cb1ae4245c053ff1" providerId="LiveId" clId="{C1F2E7E5-80A1-4665-983B-B83B8534058D}" dt="2026-05-15T20:16:30.335" v="3172" actId="1038"/>
          <ac:spMkLst>
            <pc:docMk/>
            <pc:sldMk cId="1988453215" sldId="258"/>
            <ac:spMk id="42" creationId="{49471933-4864-C108-1B46-B7B5DD925045}"/>
          </ac:spMkLst>
        </pc:spChg>
        <pc:spChg chg="add mod">
          <ac:chgData name="José Noriega" userId="cb1ae4245c053ff1" providerId="LiveId" clId="{C1F2E7E5-80A1-4665-983B-B83B8534058D}" dt="2026-05-15T20:16:30.335" v="3172" actId="1038"/>
          <ac:spMkLst>
            <pc:docMk/>
            <pc:sldMk cId="1988453215" sldId="258"/>
            <ac:spMk id="43" creationId="{16A7C997-B3E1-7D44-E9E1-CF1D2A356846}"/>
          </ac:spMkLst>
        </pc:spChg>
        <pc:spChg chg="add mod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44" creationId="{F1A63DEA-053F-F154-7BB3-9ABE75DDC82C}"/>
          </ac:spMkLst>
        </pc:spChg>
        <pc:spChg chg="add mod">
          <ac:chgData name="José Noriega" userId="cb1ae4245c053ff1" providerId="LiveId" clId="{C1F2E7E5-80A1-4665-983B-B83B8534058D}" dt="2026-05-20T02:23:36.823" v="4118" actId="1036"/>
          <ac:spMkLst>
            <pc:docMk/>
            <pc:sldMk cId="1988453215" sldId="258"/>
            <ac:spMk id="45" creationId="{0505B3C8-CAD1-0448-01D4-772C1C48EFE7}"/>
          </ac:spMkLst>
        </pc:spChg>
        <pc:spChg chg="add mod">
          <ac:chgData name="José Noriega" userId="cb1ae4245c053ff1" providerId="LiveId" clId="{C1F2E7E5-80A1-4665-983B-B83B8534058D}" dt="2026-05-15T20:19:00.891" v="3493" actId="1038"/>
          <ac:spMkLst>
            <pc:docMk/>
            <pc:sldMk cId="1988453215" sldId="258"/>
            <ac:spMk id="67" creationId="{8F13E11C-4F07-0368-C81E-290660C096EF}"/>
          </ac:spMkLst>
        </pc:spChg>
        <pc:spChg chg="add mod">
          <ac:chgData name="José Noriega" userId="cb1ae4245c053ff1" providerId="LiveId" clId="{C1F2E7E5-80A1-4665-983B-B83B8534058D}" dt="2026-05-15T20:18:55.581" v="3491" actId="1038"/>
          <ac:spMkLst>
            <pc:docMk/>
            <pc:sldMk cId="1988453215" sldId="258"/>
            <ac:spMk id="68" creationId="{F030680C-1672-A239-44E8-39690A037402}"/>
          </ac:spMkLst>
        </pc:spChg>
        <pc:spChg chg="add mod">
          <ac:chgData name="José Noriega" userId="cb1ae4245c053ff1" providerId="LiveId" clId="{C1F2E7E5-80A1-4665-983B-B83B8534058D}" dt="2026-05-15T20:18:41.555" v="3485" actId="1037"/>
          <ac:spMkLst>
            <pc:docMk/>
            <pc:sldMk cId="1988453215" sldId="258"/>
            <ac:spMk id="69" creationId="{A8386299-5244-39FD-223A-56025695C16F}"/>
          </ac:spMkLst>
        </pc:spChg>
        <pc:spChg chg="add mod">
          <ac:chgData name="José Noriega" userId="cb1ae4245c053ff1" providerId="LiveId" clId="{C1F2E7E5-80A1-4665-983B-B83B8534058D}" dt="2026-05-15T20:18:41.555" v="3485" actId="1037"/>
          <ac:spMkLst>
            <pc:docMk/>
            <pc:sldMk cId="1988453215" sldId="258"/>
            <ac:spMk id="70" creationId="{375E216C-D895-4A37-7D4D-162D18ACA82E}"/>
          </ac:spMkLst>
        </pc:spChg>
        <pc:spChg chg="add mod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71" creationId="{CEC5C4D0-BC9E-F129-BF55-9A852F66DDB2}"/>
          </ac:spMkLst>
        </pc:spChg>
        <pc:spChg chg="add mod">
          <ac:chgData name="José Noriega" userId="cb1ae4245c053ff1" providerId="LiveId" clId="{C1F2E7E5-80A1-4665-983B-B83B8534058D}" dt="2026-05-17T11:30:54.162" v="4050" actId="207"/>
          <ac:spMkLst>
            <pc:docMk/>
            <pc:sldMk cId="1988453215" sldId="258"/>
            <ac:spMk id="72" creationId="{139AF8AA-010B-770D-ADEF-505651BCA525}"/>
          </ac:spMkLst>
        </pc:spChg>
        <pc:spChg chg="add mod">
          <ac:chgData name="José Noriega" userId="cb1ae4245c053ff1" providerId="LiveId" clId="{C1F2E7E5-80A1-4665-983B-B83B8534058D}" dt="2026-05-15T20:21:26.176" v="3512" actId="164"/>
          <ac:spMkLst>
            <pc:docMk/>
            <pc:sldMk cId="1988453215" sldId="258"/>
            <ac:spMk id="73" creationId="{179DB9DA-6313-0D74-80B8-C4B536471495}"/>
          </ac:spMkLst>
        </pc:spChg>
        <pc:spChg chg="mod topLvl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80" creationId="{374F516E-27D0-FEEB-7B52-4C84527DC51B}"/>
          </ac:spMkLst>
        </pc:spChg>
        <pc:spChg chg="add mod">
          <ac:chgData name="José Noriega" userId="cb1ae4245c053ff1" providerId="LiveId" clId="{C1F2E7E5-80A1-4665-983B-B83B8534058D}" dt="2026-05-17T11:30:56.693" v="4051" actId="207"/>
          <ac:spMkLst>
            <pc:docMk/>
            <pc:sldMk cId="1988453215" sldId="258"/>
            <ac:spMk id="83" creationId="{9A244254-A593-8B00-E5FD-6EC68EB77605}"/>
          </ac:spMkLst>
        </pc:spChg>
        <pc:spChg chg="add mod">
          <ac:chgData name="José Noriega" userId="cb1ae4245c053ff1" providerId="LiveId" clId="{C1F2E7E5-80A1-4665-983B-B83B8534058D}" dt="2026-05-15T20:45:54.765" v="3817" actId="1038"/>
          <ac:spMkLst>
            <pc:docMk/>
            <pc:sldMk cId="1988453215" sldId="258"/>
            <ac:spMk id="88" creationId="{6553464E-21BC-8BEB-91C9-7923443CFFF9}"/>
          </ac:spMkLst>
        </pc:spChg>
        <pc:spChg chg="add mod">
          <ac:chgData name="José Noriega" userId="cb1ae4245c053ff1" providerId="LiveId" clId="{C1F2E7E5-80A1-4665-983B-B83B8534058D}" dt="2026-05-15T20:45:54.765" v="3817" actId="1038"/>
          <ac:spMkLst>
            <pc:docMk/>
            <pc:sldMk cId="1988453215" sldId="258"/>
            <ac:spMk id="89" creationId="{1D3FC034-1034-C0E0-3A42-71497D60734F}"/>
          </ac:spMkLst>
        </pc:spChg>
        <pc:spChg chg="add mod">
          <ac:chgData name="José Noriega" userId="cb1ae4245c053ff1" providerId="LiveId" clId="{C1F2E7E5-80A1-4665-983B-B83B8534058D}" dt="2026-05-15T20:45:54.765" v="3817" actId="1038"/>
          <ac:spMkLst>
            <pc:docMk/>
            <pc:sldMk cId="1988453215" sldId="258"/>
            <ac:spMk id="90" creationId="{B1000E42-1653-AF7E-F34C-4AE4A482EF1A}"/>
          </ac:spMkLst>
        </pc:spChg>
        <pc:spChg chg="add mod">
          <ac:chgData name="José Noriega" userId="cb1ae4245c053ff1" providerId="LiveId" clId="{C1F2E7E5-80A1-4665-983B-B83B8534058D}" dt="2026-05-15T20:45:54.765" v="3817" actId="1038"/>
          <ac:spMkLst>
            <pc:docMk/>
            <pc:sldMk cId="1988453215" sldId="258"/>
            <ac:spMk id="91" creationId="{CDBBFF82-A9E8-A5CD-C695-A2BBA9969FEC}"/>
          </ac:spMkLst>
        </pc:spChg>
        <pc:spChg chg="add mod">
          <ac:chgData name="José Noriega" userId="cb1ae4245c053ff1" providerId="LiveId" clId="{C1F2E7E5-80A1-4665-983B-B83B8534058D}" dt="2026-05-15T20:23:37.701" v="3605" actId="1076"/>
          <ac:spMkLst>
            <pc:docMk/>
            <pc:sldMk cId="1988453215" sldId="258"/>
            <ac:spMk id="92" creationId="{B3F39273-39B1-4D68-03D6-9AB2F3BAEA9A}"/>
          </ac:spMkLst>
        </pc:spChg>
        <pc:spChg chg="add mod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93" creationId="{B42CFD5B-0271-73A9-9581-CD21CE9A24E8}"/>
          </ac:spMkLst>
        </pc:spChg>
        <pc:spChg chg="add mod">
          <ac:chgData name="José Noriega" userId="cb1ae4245c053ff1" providerId="LiveId" clId="{C1F2E7E5-80A1-4665-983B-B83B8534058D}" dt="2026-05-15T20:45:54.765" v="3817" actId="1038"/>
          <ac:spMkLst>
            <pc:docMk/>
            <pc:sldMk cId="1988453215" sldId="258"/>
            <ac:spMk id="94" creationId="{87AEA68E-3111-059E-01B3-E6CE9AB5A59A}"/>
          </ac:spMkLst>
        </pc:spChg>
        <pc:spChg chg="add mod">
          <ac:chgData name="José Noriega" userId="cb1ae4245c053ff1" providerId="LiveId" clId="{C1F2E7E5-80A1-4665-983B-B83B8534058D}" dt="2026-05-15T20:45:54.765" v="3817" actId="1038"/>
          <ac:spMkLst>
            <pc:docMk/>
            <pc:sldMk cId="1988453215" sldId="258"/>
            <ac:spMk id="96" creationId="{8DAAEA82-088B-8956-FD07-39B65D6F5250}"/>
          </ac:spMkLst>
        </pc:spChg>
        <pc:spChg chg="add mod">
          <ac:chgData name="José Noriega" userId="cb1ae4245c053ff1" providerId="LiveId" clId="{C1F2E7E5-80A1-4665-983B-B83B8534058D}" dt="2026-05-15T20:44:07.372" v="3666" actId="1076"/>
          <ac:spMkLst>
            <pc:docMk/>
            <pc:sldMk cId="1988453215" sldId="258"/>
            <ac:spMk id="97" creationId="{8A61BBC7-E7E2-5CAD-B10A-D7FCDD7D875E}"/>
          </ac:spMkLst>
        </pc:spChg>
        <pc:spChg chg="add mod">
          <ac:chgData name="José Noriega" userId="cb1ae4245c053ff1" providerId="LiveId" clId="{C1F2E7E5-80A1-4665-983B-B83B8534058D}" dt="2026-05-15T20:45:54.765" v="3817" actId="1038"/>
          <ac:spMkLst>
            <pc:docMk/>
            <pc:sldMk cId="1988453215" sldId="258"/>
            <ac:spMk id="98" creationId="{52F558B7-A09C-0615-4B5A-82CF27857EE7}"/>
          </ac:spMkLst>
        </pc:spChg>
        <pc:spChg chg="add mod">
          <ac:chgData name="José Noriega" userId="cb1ae4245c053ff1" providerId="LiveId" clId="{C1F2E7E5-80A1-4665-983B-B83B8534058D}" dt="2026-05-15T20:45:54.765" v="3817" actId="1038"/>
          <ac:spMkLst>
            <pc:docMk/>
            <pc:sldMk cId="1988453215" sldId="258"/>
            <ac:spMk id="99" creationId="{2D6F03FD-11B2-C93D-D067-BA4B7D579000}"/>
          </ac:spMkLst>
        </pc:spChg>
        <pc:spChg chg="mod">
          <ac:chgData name="José Noriega" userId="cb1ae4245c053ff1" providerId="LiveId" clId="{C1F2E7E5-80A1-4665-983B-B83B8534058D}" dt="2026-05-17T11:30:59.902" v="4052" actId="207"/>
          <ac:spMkLst>
            <pc:docMk/>
            <pc:sldMk cId="1988453215" sldId="258"/>
            <ac:spMk id="102" creationId="{052C0E4D-E8EA-51DB-3187-0E28E605A476}"/>
          </ac:spMkLst>
        </pc:spChg>
        <pc:spChg chg="add mod">
          <ac:chgData name="José Noriega" userId="cb1ae4245c053ff1" providerId="LiveId" clId="{C1F2E7E5-80A1-4665-983B-B83B8534058D}" dt="2026-05-15T20:46:11.507" v="3827" actId="1076"/>
          <ac:spMkLst>
            <pc:docMk/>
            <pc:sldMk cId="1988453215" sldId="258"/>
            <ac:spMk id="106" creationId="{71435F31-F228-6BB2-F2E2-91109CEEF60E}"/>
          </ac:spMkLst>
        </pc:spChg>
        <pc:spChg chg="add mod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115" creationId="{73FE4B96-25B5-4120-209C-BC5FAB9A88B6}"/>
          </ac:spMkLst>
        </pc:spChg>
        <pc:spChg chg="mod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131" creationId="{E1FD6B15-FE8F-C321-4E32-1685D016C6D8}"/>
          </ac:spMkLst>
        </pc:spChg>
        <pc:spChg chg="add mod">
          <ac:chgData name="José Noriega" userId="cb1ae4245c053ff1" providerId="LiveId" clId="{C1F2E7E5-80A1-4665-983B-B83B8534058D}" dt="2026-05-15T20:46:11.507" v="3827" actId="1076"/>
          <ac:spMkLst>
            <pc:docMk/>
            <pc:sldMk cId="1988453215" sldId="258"/>
            <ac:spMk id="135" creationId="{5E85E9A7-9075-7A33-F952-FC71298D1639}"/>
          </ac:spMkLst>
        </pc:spChg>
        <pc:spChg chg="add mod">
          <ac:chgData name="José Noriega" userId="cb1ae4245c053ff1" providerId="LiveId" clId="{C1F2E7E5-80A1-4665-983B-B83B8534058D}" dt="2026-05-15T20:46:11.507" v="3827" actId="1076"/>
          <ac:spMkLst>
            <pc:docMk/>
            <pc:sldMk cId="1988453215" sldId="258"/>
            <ac:spMk id="136" creationId="{F0028CE6-A213-3B3A-AE0D-D6AA63D5362D}"/>
          </ac:spMkLst>
        </pc:spChg>
        <pc:spChg chg="add mod">
          <ac:chgData name="José Noriega" userId="cb1ae4245c053ff1" providerId="LiveId" clId="{C1F2E7E5-80A1-4665-983B-B83B8534058D}" dt="2026-05-15T20:46:11.507" v="3827" actId="1076"/>
          <ac:spMkLst>
            <pc:docMk/>
            <pc:sldMk cId="1988453215" sldId="258"/>
            <ac:spMk id="137" creationId="{563A5D9B-2ED9-B992-D6D8-DCD1A14149A7}"/>
          </ac:spMkLst>
        </pc:spChg>
        <pc:spChg chg="mod">
          <ac:chgData name="José Noriega" userId="cb1ae4245c053ff1" providerId="LiveId" clId="{C1F2E7E5-80A1-4665-983B-B83B8534058D}" dt="2026-05-17T11:31:02.107" v="4053" actId="207"/>
          <ac:spMkLst>
            <pc:docMk/>
            <pc:sldMk cId="1988453215" sldId="258"/>
            <ac:spMk id="139" creationId="{0FA282F3-E80B-4E46-ECD8-C85610894A04}"/>
          </ac:spMkLst>
        </pc:spChg>
        <pc:spChg chg="add mod">
          <ac:chgData name="José Noriega" userId="cb1ae4245c053ff1" providerId="LiveId" clId="{C1F2E7E5-80A1-4665-983B-B83B8534058D}" dt="2026-05-15T20:46:11.507" v="3827" actId="1076"/>
          <ac:spMkLst>
            <pc:docMk/>
            <pc:sldMk cId="1988453215" sldId="258"/>
            <ac:spMk id="141" creationId="{05064E98-27EE-C7D4-223E-FE3645728DC4}"/>
          </ac:spMkLst>
        </pc:spChg>
        <pc:spChg chg="mod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142" creationId="{065CD87F-5747-4BE1-C1E6-6D86ED8DB9E6}"/>
          </ac:spMkLst>
        </pc:spChg>
        <pc:spChg chg="add mod">
          <ac:chgData name="José Noriega" userId="cb1ae4245c053ff1" providerId="LiveId" clId="{C1F2E7E5-80A1-4665-983B-B83B8534058D}" dt="2026-05-15T20:46:11.507" v="3827" actId="1076"/>
          <ac:spMkLst>
            <pc:docMk/>
            <pc:sldMk cId="1988453215" sldId="258"/>
            <ac:spMk id="145" creationId="{22A64E50-10F7-788F-465B-174B7039CC5F}"/>
          </ac:spMkLst>
        </pc:spChg>
        <pc:spChg chg="mod">
          <ac:chgData name="José Noriega" userId="cb1ae4245c053ff1" providerId="LiveId" clId="{C1F2E7E5-80A1-4665-983B-B83B8534058D}" dt="2026-05-20T02:24:17.065" v="4130" actId="1036"/>
          <ac:spMkLst>
            <pc:docMk/>
            <pc:sldMk cId="1988453215" sldId="258"/>
            <ac:spMk id="150" creationId="{CE958764-277F-84A2-D213-CBF28A0BBA19}"/>
          </ac:spMkLst>
        </pc:spChg>
        <pc:spChg chg="mod">
          <ac:chgData name="José Noriega" userId="cb1ae4245c053ff1" providerId="LiveId" clId="{C1F2E7E5-80A1-4665-983B-B83B8534058D}" dt="2026-05-15T20:57:54.928" v="4028" actId="164"/>
          <ac:spMkLst>
            <pc:docMk/>
            <pc:sldMk cId="1988453215" sldId="258"/>
            <ac:spMk id="164" creationId="{2DE33141-DA42-C390-DEA5-B72258AD03AA}"/>
          </ac:spMkLst>
        </pc:spChg>
        <pc:spChg chg="add mod">
          <ac:chgData name="José Noriega" userId="cb1ae4245c053ff1" providerId="LiveId" clId="{C1F2E7E5-80A1-4665-983B-B83B8534058D}" dt="2026-05-15T20:46:11.507" v="3827" actId="1076"/>
          <ac:spMkLst>
            <pc:docMk/>
            <pc:sldMk cId="1988453215" sldId="258"/>
            <ac:spMk id="169" creationId="{FA86686C-C572-5BF3-8A12-5C59E5C88505}"/>
          </ac:spMkLst>
        </pc:spChg>
        <pc:spChg chg="add mod">
          <ac:chgData name="José Noriega" userId="cb1ae4245c053ff1" providerId="LiveId" clId="{C1F2E7E5-80A1-4665-983B-B83B8534058D}" dt="2026-05-15T20:46:11.507" v="3827" actId="1076"/>
          <ac:spMkLst>
            <pc:docMk/>
            <pc:sldMk cId="1988453215" sldId="258"/>
            <ac:spMk id="171" creationId="{320416D0-1D2A-1BB1-DDBB-A814E656C0C9}"/>
          </ac:spMkLst>
        </pc:spChg>
        <pc:spChg chg="mod">
          <ac:chgData name="José Noriega" userId="cb1ae4245c053ff1" providerId="LiveId" clId="{C1F2E7E5-80A1-4665-983B-B83B8534058D}" dt="2026-05-20T02:24:17.065" v="4130" actId="1036"/>
          <ac:spMkLst>
            <pc:docMk/>
            <pc:sldMk cId="1988453215" sldId="258"/>
            <ac:spMk id="173" creationId="{0C4D2205-2C1D-C476-8A10-B34F56474581}"/>
          </ac:spMkLst>
        </pc:spChg>
        <pc:spChg chg="mod">
          <ac:chgData name="José Noriega" userId="cb1ae4245c053ff1" providerId="LiveId" clId="{C1F2E7E5-80A1-4665-983B-B83B8534058D}" dt="2026-05-20T02:24:17.065" v="4130" actId="1036"/>
          <ac:spMkLst>
            <pc:docMk/>
            <pc:sldMk cId="1988453215" sldId="258"/>
            <ac:spMk id="174" creationId="{6238A0C1-5EB8-8541-4F09-4CB7429EB5B9}"/>
          </ac:spMkLst>
        </pc:spChg>
        <pc:spChg chg="mod">
          <ac:chgData name="José Noriega" userId="cb1ae4245c053ff1" providerId="LiveId" clId="{C1F2E7E5-80A1-4665-983B-B83B8534058D}" dt="2026-05-20T02:24:17.065" v="4130" actId="1036"/>
          <ac:spMkLst>
            <pc:docMk/>
            <pc:sldMk cId="1988453215" sldId="258"/>
            <ac:spMk id="175" creationId="{8120BBEE-B3D7-65E7-A28C-FB9B9955D49E}"/>
          </ac:spMkLst>
        </pc:spChg>
        <pc:spChg chg="add mod">
          <ac:chgData name="José Noriega" userId="cb1ae4245c053ff1" providerId="LiveId" clId="{C1F2E7E5-80A1-4665-983B-B83B8534058D}" dt="2026-05-15T20:46:11.507" v="3827" actId="1076"/>
          <ac:spMkLst>
            <pc:docMk/>
            <pc:sldMk cId="1988453215" sldId="258"/>
            <ac:spMk id="196" creationId="{CDA126CB-BEEA-21B4-4C71-61B64A88CD6D}"/>
          </ac:spMkLst>
        </pc:spChg>
        <pc:spChg chg="add mod">
          <ac:chgData name="José Noriega" userId="cb1ae4245c053ff1" providerId="LiveId" clId="{C1F2E7E5-80A1-4665-983B-B83B8534058D}" dt="2026-05-15T20:49:57.302" v="3864" actId="20577"/>
          <ac:spMkLst>
            <pc:docMk/>
            <pc:sldMk cId="1988453215" sldId="258"/>
            <ac:spMk id="220" creationId="{C6CA6EA8-88D9-B5E7-1C5E-37930D7386FD}"/>
          </ac:spMkLst>
        </pc:spChg>
        <pc:spChg chg="add mod">
          <ac:chgData name="José Noriega" userId="cb1ae4245c053ff1" providerId="LiveId" clId="{C1F2E7E5-80A1-4665-983B-B83B8534058D}" dt="2026-05-15T20:53:29.740" v="3915" actId="1076"/>
          <ac:spMkLst>
            <pc:docMk/>
            <pc:sldMk cId="1988453215" sldId="258"/>
            <ac:spMk id="231" creationId="{E4212171-AEE1-930C-69F2-5044C0E5879C}"/>
          </ac:spMkLst>
        </pc:spChg>
        <pc:spChg chg="add mod">
          <ac:chgData name="José Noriega" userId="cb1ae4245c053ff1" providerId="LiveId" clId="{C1F2E7E5-80A1-4665-983B-B83B8534058D}" dt="2026-05-15T20:53:29.740" v="3915" actId="1076"/>
          <ac:spMkLst>
            <pc:docMk/>
            <pc:sldMk cId="1988453215" sldId="258"/>
            <ac:spMk id="232" creationId="{19DA5808-7165-AFEB-C811-894C26A78B5C}"/>
          </ac:spMkLst>
        </pc:spChg>
        <pc:spChg chg="mod">
          <ac:chgData name="José Noriega" userId="cb1ae4245c053ff1" providerId="LiveId" clId="{C1F2E7E5-80A1-4665-983B-B83B8534058D}" dt="2026-05-20T02:25:15.173" v="4146" actId="692"/>
          <ac:spMkLst>
            <pc:docMk/>
            <pc:sldMk cId="1988453215" sldId="258"/>
            <ac:spMk id="234" creationId="{0955213F-BE9F-B1C9-497E-7B33CE299CDA}"/>
          </ac:spMkLst>
        </pc:spChg>
        <pc:spChg chg="add mod">
          <ac:chgData name="José Noriega" userId="cb1ae4245c053ff1" providerId="LiveId" clId="{C1F2E7E5-80A1-4665-983B-B83B8534058D}" dt="2026-05-15T20:57:33.187" v="4027" actId="20577"/>
          <ac:spMkLst>
            <pc:docMk/>
            <pc:sldMk cId="1988453215" sldId="258"/>
            <ac:spMk id="241" creationId="{1CE2F9E5-2E59-C995-BAEF-DD54A6C0E389}"/>
          </ac:spMkLst>
        </pc:spChg>
        <pc:grpChg chg="add mod">
          <ac:chgData name="José Noriega" userId="cb1ae4245c053ff1" providerId="LiveId" clId="{C1F2E7E5-80A1-4665-983B-B83B8534058D}" dt="2026-05-15T20:16:30.335" v="3172" actId="1038"/>
          <ac:grpSpMkLst>
            <pc:docMk/>
            <pc:sldMk cId="1988453215" sldId="258"/>
            <ac:grpSpMk id="23" creationId="{6A896AAC-C6E1-CB37-8126-9A2D8F5D30B7}"/>
          </ac:grpSpMkLst>
        </pc:grpChg>
        <pc:grpChg chg="add mod">
          <ac:chgData name="José Noriega" userId="cb1ae4245c053ff1" providerId="LiveId" clId="{C1F2E7E5-80A1-4665-983B-B83B8534058D}" dt="2026-05-15T20:16:30.335" v="3172" actId="1038"/>
          <ac:grpSpMkLst>
            <pc:docMk/>
            <pc:sldMk cId="1988453215" sldId="258"/>
            <ac:grpSpMk id="29" creationId="{7A3E004F-8E05-6A01-E7BE-64DF1C877C3B}"/>
          </ac:grpSpMkLst>
        </pc:grpChg>
        <pc:grpChg chg="add mod">
          <ac:chgData name="José Noriega" userId="cb1ae4245c053ff1" providerId="LiveId" clId="{C1F2E7E5-80A1-4665-983B-B83B8534058D}" dt="2026-05-15T20:46:00.870" v="3825" actId="1036"/>
          <ac:grpSpMkLst>
            <pc:docMk/>
            <pc:sldMk cId="1988453215" sldId="258"/>
            <ac:grpSpMk id="78" creationId="{8CF9E936-E8ED-33A4-9B50-AC13F456BD71}"/>
          </ac:grpSpMkLst>
        </pc:grpChg>
        <pc:grpChg chg="add mod">
          <ac:chgData name="José Noriega" userId="cb1ae4245c053ff1" providerId="LiveId" clId="{C1F2E7E5-80A1-4665-983B-B83B8534058D}" dt="2026-05-15T20:56:08.836" v="3977" actId="1076"/>
          <ac:grpSpMkLst>
            <pc:docMk/>
            <pc:sldMk cId="1988453215" sldId="258"/>
            <ac:grpSpMk id="233" creationId="{937BFCC0-8CC0-8DFF-9A27-837357D4D111}"/>
          </ac:grpSpMkLst>
        </pc:grpChg>
        <pc:grpChg chg="mod">
          <ac:chgData name="José Noriega" userId="cb1ae4245c053ff1" providerId="LiveId" clId="{C1F2E7E5-80A1-4665-983B-B83B8534058D}" dt="2026-05-15T20:55:55.915" v="3973"/>
          <ac:grpSpMkLst>
            <pc:docMk/>
            <pc:sldMk cId="1988453215" sldId="258"/>
            <ac:grpSpMk id="235" creationId="{EF57503B-8571-98C9-68E6-7C89BBFEFC56}"/>
          </ac:grpSpMkLst>
        </pc:grpChg>
        <pc:grpChg chg="mod">
          <ac:chgData name="José Noriega" userId="cb1ae4245c053ff1" providerId="LiveId" clId="{C1F2E7E5-80A1-4665-983B-B83B8534058D}" dt="2026-05-15T20:57:57.898" v="4029" actId="1076"/>
          <ac:grpSpMkLst>
            <pc:docMk/>
            <pc:sldMk cId="1988453215" sldId="258"/>
            <ac:grpSpMk id="242" creationId="{1115A201-831F-0AB1-4F88-080153DA7E7A}"/>
          </ac:grpSpMkLst>
        </pc:grpChg>
        <pc:picChg chg="add mod">
          <ac:chgData name="José Noriega" userId="cb1ae4245c053ff1" providerId="LiveId" clId="{C1F2E7E5-80A1-4665-983B-B83B8534058D}" dt="2026-05-15T20:52:53.166" v="3910" actId="1076"/>
          <ac:picMkLst>
            <pc:docMk/>
            <pc:sldMk cId="1988453215" sldId="258"/>
            <ac:picMk id="227" creationId="{E21B9456-59CC-3AF7-3D43-54104FFAECE3}"/>
          </ac:picMkLst>
        </pc:picChg>
        <pc:cxnChg chg="mod">
          <ac:chgData name="José Noriega" userId="cb1ae4245c053ff1" providerId="LiveId" clId="{C1F2E7E5-80A1-4665-983B-B83B8534058D}" dt="2026-05-15T20:09:57.347" v="3022"/>
          <ac:cxnSpMkLst>
            <pc:docMk/>
            <pc:sldMk cId="1988453215" sldId="258"/>
            <ac:cxnSpMk id="25" creationId="{CC5FED0A-E137-7C4A-58D4-32B1A581DC4C}"/>
          </ac:cxnSpMkLst>
        </pc:cxnChg>
        <pc:cxnChg chg="mod">
          <ac:chgData name="José Noriega" userId="cb1ae4245c053ff1" providerId="LiveId" clId="{C1F2E7E5-80A1-4665-983B-B83B8534058D}" dt="2026-05-15T20:10:18.602" v="3032" actId="14100"/>
          <ac:cxnSpMkLst>
            <pc:docMk/>
            <pc:sldMk cId="1988453215" sldId="258"/>
            <ac:cxnSpMk id="26" creationId="{0F259B17-2289-E666-8099-7BB275BD5C55}"/>
          </ac:cxnSpMkLst>
        </pc:cxnChg>
        <pc:cxnChg chg="mod">
          <ac:chgData name="José Noriega" userId="cb1ae4245c053ff1" providerId="LiveId" clId="{C1F2E7E5-80A1-4665-983B-B83B8534058D}" dt="2026-05-15T20:09:57.347" v="3022"/>
          <ac:cxnSpMkLst>
            <pc:docMk/>
            <pc:sldMk cId="1988453215" sldId="258"/>
            <ac:cxnSpMk id="27" creationId="{4DBAF92E-1FFC-8023-124F-F597EFAE9EE2}"/>
          </ac:cxnSpMkLst>
        </pc:cxnChg>
        <pc:cxnChg chg="mod">
          <ac:chgData name="José Noriega" userId="cb1ae4245c053ff1" providerId="LiveId" clId="{C1F2E7E5-80A1-4665-983B-B83B8534058D}" dt="2026-05-15T20:09:57.347" v="3022"/>
          <ac:cxnSpMkLst>
            <pc:docMk/>
            <pc:sldMk cId="1988453215" sldId="258"/>
            <ac:cxnSpMk id="28" creationId="{26F1E58F-8D57-7C92-390A-D1B69F0ECE74}"/>
          </ac:cxnSpMkLst>
        </pc:cxnChg>
        <pc:cxnChg chg="mod">
          <ac:chgData name="José Noriega" userId="cb1ae4245c053ff1" providerId="LiveId" clId="{C1F2E7E5-80A1-4665-983B-B83B8534058D}" dt="2026-05-15T20:10:09.557" v="3030"/>
          <ac:cxnSpMkLst>
            <pc:docMk/>
            <pc:sldMk cId="1988453215" sldId="258"/>
            <ac:cxnSpMk id="31" creationId="{715F9435-184B-9851-3D39-1A6A4B6F2041}"/>
          </ac:cxnSpMkLst>
        </pc:cxnChg>
        <pc:cxnChg chg="mod">
          <ac:chgData name="José Noriega" userId="cb1ae4245c053ff1" providerId="LiveId" clId="{C1F2E7E5-80A1-4665-983B-B83B8534058D}" dt="2026-05-15T20:10:21.504" v="3033" actId="14100"/>
          <ac:cxnSpMkLst>
            <pc:docMk/>
            <pc:sldMk cId="1988453215" sldId="258"/>
            <ac:cxnSpMk id="32" creationId="{4248F28A-0F36-C25D-0DA2-467DA0F9ED1E}"/>
          </ac:cxnSpMkLst>
        </pc:cxnChg>
        <pc:cxnChg chg="mod">
          <ac:chgData name="José Noriega" userId="cb1ae4245c053ff1" providerId="LiveId" clId="{C1F2E7E5-80A1-4665-983B-B83B8534058D}" dt="2026-05-15T20:10:09.557" v="3030"/>
          <ac:cxnSpMkLst>
            <pc:docMk/>
            <pc:sldMk cId="1988453215" sldId="258"/>
            <ac:cxnSpMk id="33" creationId="{894163A9-E156-B438-015E-25C9E4B1C49B}"/>
          </ac:cxnSpMkLst>
        </pc:cxnChg>
        <pc:cxnChg chg="mod">
          <ac:chgData name="José Noriega" userId="cb1ae4245c053ff1" providerId="LiveId" clId="{C1F2E7E5-80A1-4665-983B-B83B8534058D}" dt="2026-05-15T20:10:09.557" v="3030"/>
          <ac:cxnSpMkLst>
            <pc:docMk/>
            <pc:sldMk cId="1988453215" sldId="258"/>
            <ac:cxnSpMk id="34" creationId="{2FF65685-8884-C571-0B03-23BA526E3FE1}"/>
          </ac:cxnSpMkLst>
        </pc:cxnChg>
        <pc:cxnChg chg="add mod">
          <ac:chgData name="José Noriega" userId="cb1ae4245c053ff1" providerId="LiveId" clId="{C1F2E7E5-80A1-4665-983B-B83B8534058D}" dt="2026-05-15T20:16:30.335" v="3172" actId="1038"/>
          <ac:cxnSpMkLst>
            <pc:docMk/>
            <pc:sldMk cId="1988453215" sldId="258"/>
            <ac:cxnSpMk id="41" creationId="{144B1C3C-886D-A953-0CFE-CA2F438CB838}"/>
          </ac:cxnSpMkLst>
        </pc:cxnChg>
        <pc:cxnChg chg="add mod">
          <ac:chgData name="José Noriega" userId="cb1ae4245c053ff1" providerId="LiveId" clId="{C1F2E7E5-80A1-4665-983B-B83B8534058D}" dt="2026-05-20T02:23:36.823" v="4118" actId="1036"/>
          <ac:cxnSpMkLst>
            <pc:docMk/>
            <pc:sldMk cId="1988453215" sldId="258"/>
            <ac:cxnSpMk id="48" creationId="{21AF6984-4680-2472-595D-A1BABF8C1156}"/>
          </ac:cxnSpMkLst>
        </pc:cxnChg>
        <pc:cxnChg chg="add mod">
          <ac:chgData name="José Noriega" userId="cb1ae4245c053ff1" providerId="LiveId" clId="{C1F2E7E5-80A1-4665-983B-B83B8534058D}" dt="2026-05-20T02:23:36.823" v="4118" actId="1036"/>
          <ac:cxnSpMkLst>
            <pc:docMk/>
            <pc:sldMk cId="1988453215" sldId="258"/>
            <ac:cxnSpMk id="51" creationId="{183C2609-673D-6E4A-3FF0-B722AFA169C2}"/>
          </ac:cxnSpMkLst>
        </pc:cxnChg>
        <pc:cxnChg chg="add mod">
          <ac:chgData name="José Noriega" userId="cb1ae4245c053ff1" providerId="LiveId" clId="{C1F2E7E5-80A1-4665-983B-B83B8534058D}" dt="2026-05-20T02:23:36.823" v="4118" actId="1036"/>
          <ac:cxnSpMkLst>
            <pc:docMk/>
            <pc:sldMk cId="1988453215" sldId="258"/>
            <ac:cxnSpMk id="57" creationId="{E6E90181-A921-5137-9FE1-0836F45E8E94}"/>
          </ac:cxnSpMkLst>
        </pc:cxnChg>
        <pc:cxnChg chg="add mod">
          <ac:chgData name="José Noriega" userId="cb1ae4245c053ff1" providerId="LiveId" clId="{C1F2E7E5-80A1-4665-983B-B83B8534058D}" dt="2026-05-20T02:23:36.823" v="4118" actId="1036"/>
          <ac:cxnSpMkLst>
            <pc:docMk/>
            <pc:sldMk cId="1988453215" sldId="258"/>
            <ac:cxnSpMk id="60" creationId="{0405D044-7815-C260-DB0B-74FD1BBD9EE1}"/>
          </ac:cxnSpMkLst>
        </pc:cxnChg>
        <pc:cxnChg chg="add mod">
          <ac:chgData name="José Noriega" userId="cb1ae4245c053ff1" providerId="LiveId" clId="{C1F2E7E5-80A1-4665-983B-B83B8534058D}" dt="2026-05-15T20:16:30.335" v="3172" actId="1038"/>
          <ac:cxnSpMkLst>
            <pc:docMk/>
            <pc:sldMk cId="1988453215" sldId="258"/>
            <ac:cxnSpMk id="64" creationId="{4FE9BFBE-575A-C3EA-3361-42BE7D8D2EFA}"/>
          </ac:cxnSpMkLst>
        </pc:cxnChg>
        <pc:cxnChg chg="add mod">
          <ac:chgData name="José Noriega" userId="cb1ae4245c053ff1" providerId="LiveId" clId="{C1F2E7E5-80A1-4665-983B-B83B8534058D}" dt="2026-05-15T20:21:59.798" v="3542" actId="1036"/>
          <ac:cxnSpMkLst>
            <pc:docMk/>
            <pc:sldMk cId="1988453215" sldId="258"/>
            <ac:cxnSpMk id="74" creationId="{C5ED1D00-C5F3-0500-4ECF-ACF394E64043}"/>
          </ac:cxnSpMkLst>
        </pc:cxnChg>
        <pc:cxnChg chg="add mod">
          <ac:chgData name="José Noriega" userId="cb1ae4245c053ff1" providerId="LiveId" clId="{C1F2E7E5-80A1-4665-983B-B83B8534058D}" dt="2026-05-15T20:21:26.176" v="3512" actId="164"/>
          <ac:cxnSpMkLst>
            <pc:docMk/>
            <pc:sldMk cId="1988453215" sldId="258"/>
            <ac:cxnSpMk id="75" creationId="{4D17CEC9-437A-0A40-D2D7-8D9AB13A84A1}"/>
          </ac:cxnSpMkLst>
        </pc:cxnChg>
        <pc:cxnChg chg="mod">
          <ac:chgData name="José Noriega" userId="cb1ae4245c053ff1" providerId="LiveId" clId="{C1F2E7E5-80A1-4665-983B-B83B8534058D}" dt="2026-05-15T20:46:32.147" v="3830" actId="14100"/>
          <ac:cxnSpMkLst>
            <pc:docMk/>
            <pc:sldMk cId="1988453215" sldId="258"/>
            <ac:cxnSpMk id="100" creationId="{055F2229-AE98-4AC3-B15F-5920FE163385}"/>
          </ac:cxnSpMkLst>
        </pc:cxnChg>
        <pc:cxnChg chg="mod">
          <ac:chgData name="José Noriega" userId="cb1ae4245c053ff1" providerId="LiveId" clId="{C1F2E7E5-80A1-4665-983B-B83B8534058D}" dt="2026-05-15T20:46:21.527" v="3829" actId="14100"/>
          <ac:cxnSpMkLst>
            <pc:docMk/>
            <pc:sldMk cId="1988453215" sldId="258"/>
            <ac:cxnSpMk id="101" creationId="{D68BDAE6-F94C-44AF-B6A9-A789793D3333}"/>
          </ac:cxnSpMkLst>
        </pc:cxnChg>
        <pc:cxnChg chg="mod">
          <ac:chgData name="José Noriega" userId="cb1ae4245c053ff1" providerId="LiveId" clId="{C1F2E7E5-80A1-4665-983B-B83B8534058D}" dt="2026-05-20T02:24:17.065" v="4130" actId="1036"/>
          <ac:cxnSpMkLst>
            <pc:docMk/>
            <pc:sldMk cId="1988453215" sldId="258"/>
            <ac:cxnSpMk id="157" creationId="{77E47497-27B3-65DD-2F06-BCCD2A364194}"/>
          </ac:cxnSpMkLst>
        </pc:cxnChg>
        <pc:cxnChg chg="mod">
          <ac:chgData name="José Noriega" userId="cb1ae4245c053ff1" providerId="LiveId" clId="{C1F2E7E5-80A1-4665-983B-B83B8534058D}" dt="2026-05-20T02:24:17.065" v="4130" actId="1036"/>
          <ac:cxnSpMkLst>
            <pc:docMk/>
            <pc:sldMk cId="1988453215" sldId="258"/>
            <ac:cxnSpMk id="166" creationId="{810C9ED0-DAE7-1352-6C39-E7377F4612FA}"/>
          </ac:cxnSpMkLst>
        </pc:cxnChg>
        <pc:cxnChg chg="mod">
          <ac:chgData name="José Noriega" userId="cb1ae4245c053ff1" providerId="LiveId" clId="{C1F2E7E5-80A1-4665-983B-B83B8534058D}" dt="2026-05-20T02:24:17.065" v="4130" actId="1036"/>
          <ac:cxnSpMkLst>
            <pc:docMk/>
            <pc:sldMk cId="1988453215" sldId="258"/>
            <ac:cxnSpMk id="176" creationId="{00EEEC37-E080-7804-F181-A39BA5A55498}"/>
          </ac:cxnSpMkLst>
        </pc:cxnChg>
        <pc:cxnChg chg="mod">
          <ac:chgData name="José Noriega" userId="cb1ae4245c053ff1" providerId="LiveId" clId="{C1F2E7E5-80A1-4665-983B-B83B8534058D}" dt="2026-05-20T02:24:17.065" v="4130" actId="1036"/>
          <ac:cxnSpMkLst>
            <pc:docMk/>
            <pc:sldMk cId="1988453215" sldId="258"/>
            <ac:cxnSpMk id="178" creationId="{500532C0-C16E-FAB8-5D93-29071A9EA932}"/>
          </ac:cxnSpMkLst>
        </pc:cxnChg>
        <pc:cxnChg chg="mod">
          <ac:chgData name="José Noriega" userId="cb1ae4245c053ff1" providerId="LiveId" clId="{C1F2E7E5-80A1-4665-983B-B83B8534058D}" dt="2026-05-20T02:24:17.065" v="4130" actId="1036"/>
          <ac:cxnSpMkLst>
            <pc:docMk/>
            <pc:sldMk cId="1988453215" sldId="258"/>
            <ac:cxnSpMk id="179" creationId="{C3CF4C92-202D-33F2-C85F-F6A8BD63AB71}"/>
          </ac:cxnSpMkLst>
        </pc:cxnChg>
        <pc:cxnChg chg="mod">
          <ac:chgData name="José Noriega" userId="cb1ae4245c053ff1" providerId="LiveId" clId="{C1F2E7E5-80A1-4665-983B-B83B8534058D}" dt="2026-05-20T02:24:17.065" v="4130" actId="1036"/>
          <ac:cxnSpMkLst>
            <pc:docMk/>
            <pc:sldMk cId="1988453215" sldId="258"/>
            <ac:cxnSpMk id="180" creationId="{3687DA08-AE40-F8B9-2FBA-43C84750564D}"/>
          </ac:cxnSpMkLst>
        </pc:cxnChg>
        <pc:cxnChg chg="add mod">
          <ac:chgData name="José Noriega" userId="cb1ae4245c053ff1" providerId="LiveId" clId="{C1F2E7E5-80A1-4665-983B-B83B8534058D}" dt="2026-05-15T20:47:21.297" v="3834" actId="13822"/>
          <ac:cxnSpMkLst>
            <pc:docMk/>
            <pc:sldMk cId="1988453215" sldId="258"/>
            <ac:cxnSpMk id="205" creationId="{A5BE3EA7-8D9C-1F74-5947-49ABB5150050}"/>
          </ac:cxnSpMkLst>
        </pc:cxnChg>
        <pc:cxnChg chg="add mod">
          <ac:chgData name="José Noriega" userId="cb1ae4245c053ff1" providerId="LiveId" clId="{C1F2E7E5-80A1-4665-983B-B83B8534058D}" dt="2026-05-15T20:47:37.099" v="3836" actId="13822"/>
          <ac:cxnSpMkLst>
            <pc:docMk/>
            <pc:sldMk cId="1988453215" sldId="258"/>
            <ac:cxnSpMk id="207" creationId="{37CE8D7D-54BD-E012-429D-4E00B06A7145}"/>
          </ac:cxnSpMkLst>
        </pc:cxnChg>
        <pc:cxnChg chg="add mod">
          <ac:chgData name="José Noriega" userId="cb1ae4245c053ff1" providerId="LiveId" clId="{C1F2E7E5-80A1-4665-983B-B83B8534058D}" dt="2026-05-15T20:48:02.885" v="3840" actId="13822"/>
          <ac:cxnSpMkLst>
            <pc:docMk/>
            <pc:sldMk cId="1988453215" sldId="258"/>
            <ac:cxnSpMk id="211" creationId="{D7A02BD6-95C3-E73E-8289-A62C7DDB8550}"/>
          </ac:cxnSpMkLst>
        </pc:cxnChg>
        <pc:cxnChg chg="add mod">
          <ac:chgData name="José Noriega" userId="cb1ae4245c053ff1" providerId="LiveId" clId="{C1F2E7E5-80A1-4665-983B-B83B8534058D}" dt="2026-05-15T20:48:26.404" v="3851" actId="13822"/>
          <ac:cxnSpMkLst>
            <pc:docMk/>
            <pc:sldMk cId="1988453215" sldId="258"/>
            <ac:cxnSpMk id="213" creationId="{779FB33D-4982-3F35-EEF2-BD7087BC527C}"/>
          </ac:cxnSpMkLst>
        </pc:cxnChg>
        <pc:cxnChg chg="add mod">
          <ac:chgData name="José Noriega" userId="cb1ae4245c053ff1" providerId="LiveId" clId="{C1F2E7E5-80A1-4665-983B-B83B8534058D}" dt="2026-05-15T20:50:05.346" v="3865" actId="14100"/>
          <ac:cxnSpMkLst>
            <pc:docMk/>
            <pc:sldMk cId="1988453215" sldId="258"/>
            <ac:cxnSpMk id="216" creationId="{C8077255-305C-2612-8324-3D55368EF499}"/>
          </ac:cxnSpMkLst>
        </pc:cxnChg>
        <pc:cxnChg chg="add mod">
          <ac:chgData name="José Noriega" userId="cb1ae4245c053ff1" providerId="LiveId" clId="{C1F2E7E5-80A1-4665-983B-B83B8534058D}" dt="2026-05-15T20:51:22.175" v="3875" actId="1036"/>
          <ac:cxnSpMkLst>
            <pc:docMk/>
            <pc:sldMk cId="1988453215" sldId="258"/>
            <ac:cxnSpMk id="222" creationId="{C159D659-ED11-42FF-CF01-D3C5118E89E5}"/>
          </ac:cxnSpMkLst>
        </pc:cxnChg>
        <pc:cxnChg chg="add mod">
          <ac:chgData name="José Noriega" userId="cb1ae4245c053ff1" providerId="LiveId" clId="{C1F2E7E5-80A1-4665-983B-B83B8534058D}" dt="2026-05-15T20:51:51.726" v="3895" actId="1035"/>
          <ac:cxnSpMkLst>
            <pc:docMk/>
            <pc:sldMk cId="1988453215" sldId="258"/>
            <ac:cxnSpMk id="223" creationId="{C6B7EC28-5E8E-C994-F0AE-EC6511FFF50A}"/>
          </ac:cxnSpMkLst>
        </pc:cxnChg>
        <pc:cxnChg chg="add mod">
          <ac:chgData name="José Noriega" userId="cb1ae4245c053ff1" providerId="LiveId" clId="{C1F2E7E5-80A1-4665-983B-B83B8534058D}" dt="2026-05-15T20:52:15.095" v="3905" actId="1038"/>
          <ac:cxnSpMkLst>
            <pc:docMk/>
            <pc:sldMk cId="1988453215" sldId="258"/>
            <ac:cxnSpMk id="225" creationId="{CFBD5A9A-0168-B59D-03D8-D7C98778487A}"/>
          </ac:cxnSpMkLst>
        </pc:cxnChg>
        <pc:cxnChg chg="add mod">
          <ac:chgData name="José Noriega" userId="cb1ae4245c053ff1" providerId="LiveId" clId="{C1F2E7E5-80A1-4665-983B-B83B8534058D}" dt="2026-05-20T02:22:59.761" v="4109" actId="14100"/>
          <ac:cxnSpMkLst>
            <pc:docMk/>
            <pc:sldMk cId="1988453215" sldId="258"/>
            <ac:cxnSpMk id="229" creationId="{95989522-2556-F91B-CC77-117ABA21265F}"/>
          </ac:cxnSpMkLst>
        </pc:cxnChg>
        <pc:cxnChg chg="mod">
          <ac:chgData name="José Noriega" userId="cb1ae4245c053ff1" providerId="LiveId" clId="{C1F2E7E5-80A1-4665-983B-B83B8534058D}" dt="2026-05-15T20:57:01.284" v="3991" actId="692"/>
          <ac:cxnSpMkLst>
            <pc:docMk/>
            <pc:sldMk cId="1988453215" sldId="258"/>
            <ac:cxnSpMk id="236" creationId="{E942D593-679E-FCDE-3A95-3F106E25983C}"/>
          </ac:cxnSpMkLst>
        </pc:cxnChg>
        <pc:cxnChg chg="mod">
          <ac:chgData name="José Noriega" userId="cb1ae4245c053ff1" providerId="LiveId" clId="{C1F2E7E5-80A1-4665-983B-B83B8534058D}" dt="2026-05-15T20:57:06.428" v="3992" actId="692"/>
          <ac:cxnSpMkLst>
            <pc:docMk/>
            <pc:sldMk cId="1988453215" sldId="258"/>
            <ac:cxnSpMk id="237" creationId="{DF274B49-3348-3E8D-F5F0-682620B0ADBE}"/>
          </ac:cxnSpMkLst>
        </pc:cxnChg>
        <pc:cxnChg chg="add mod">
          <ac:chgData name="José Noriega" userId="cb1ae4245c053ff1" providerId="LiveId" clId="{C1F2E7E5-80A1-4665-983B-B83B8534058D}" dt="2026-05-20T02:23:24.743" v="4111" actId="14100"/>
          <ac:cxnSpMkLst>
            <pc:docMk/>
            <pc:sldMk cId="1988453215" sldId="258"/>
            <ac:cxnSpMk id="239" creationId="{DA9E7158-39DE-A52F-96DA-D8F6FDF2935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945943"/>
            <a:ext cx="8161020" cy="6266897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9454516"/>
            <a:ext cx="7200900" cy="4345992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265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470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4487671"/>
            <a:ext cx="8281035" cy="7487774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12046282"/>
            <a:ext cx="8281035" cy="3937644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889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4791843"/>
            <a:ext cx="4080510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4791843"/>
            <a:ext cx="4080510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269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958373"/>
            <a:ext cx="8281035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4412664"/>
            <a:ext cx="4061757" cy="2162578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6575242"/>
            <a:ext cx="4061757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4412664"/>
            <a:ext cx="4081761" cy="2162578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6575242"/>
            <a:ext cx="4081761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570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458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05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1200044"/>
            <a:ext cx="3096637" cy="4200155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2591766"/>
            <a:ext cx="4860608" cy="12792138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5400199"/>
            <a:ext cx="3096637" cy="10004536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7801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1200044"/>
            <a:ext cx="3096637" cy="4200155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2591766"/>
            <a:ext cx="4860608" cy="12792138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5400199"/>
            <a:ext cx="3096637" cy="10004536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2345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9138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958369"/>
            <a:ext cx="2070259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958369"/>
            <a:ext cx="6090761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32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958373"/>
            <a:ext cx="8281035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4791843"/>
            <a:ext cx="8281035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6683952"/>
            <a:ext cx="2160270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7F46E8-17FF-4A18-8457-EC147C38A3AD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6683952"/>
            <a:ext cx="3240405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6683952"/>
            <a:ext cx="2160270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800C5-9FFF-481D-ACC0-57971D8E3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840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roup 444">
            <a:extLst>
              <a:ext uri="{FF2B5EF4-FFF2-40B4-BE49-F238E27FC236}">
                <a16:creationId xmlns:a16="http://schemas.microsoft.com/office/drawing/2014/main" id="{F6D8CC4A-0A96-BB01-8ED5-250E7306907B}"/>
              </a:ext>
            </a:extLst>
          </p:cNvPr>
          <p:cNvGrpSpPr/>
          <p:nvPr/>
        </p:nvGrpSpPr>
        <p:grpSpPr>
          <a:xfrm>
            <a:off x="953253" y="1021261"/>
            <a:ext cx="8243151" cy="11484718"/>
            <a:chOff x="1208857" y="297762"/>
            <a:chExt cx="8243151" cy="11484718"/>
          </a:xfrm>
        </p:grpSpPr>
        <p:sp>
          <p:nvSpPr>
            <p:cNvPr id="349" name="Rectangle: Rounded Corners 348">
              <a:extLst>
                <a:ext uri="{FF2B5EF4-FFF2-40B4-BE49-F238E27FC236}">
                  <a16:creationId xmlns:a16="http://schemas.microsoft.com/office/drawing/2014/main" id="{0BB049BB-E55C-C222-866A-38A6A94AADE7}"/>
                </a:ext>
              </a:extLst>
            </p:cNvPr>
            <p:cNvSpPr/>
            <p:nvPr/>
          </p:nvSpPr>
          <p:spPr>
            <a:xfrm>
              <a:off x="2200092" y="2358368"/>
              <a:ext cx="5332396" cy="4581535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408" name="Rectangle: Rounded Corners 407">
              <a:extLst>
                <a:ext uri="{FF2B5EF4-FFF2-40B4-BE49-F238E27FC236}">
                  <a16:creationId xmlns:a16="http://schemas.microsoft.com/office/drawing/2014/main" id="{E5E548ED-9558-E8C2-F487-A921AA68A550}"/>
                </a:ext>
              </a:extLst>
            </p:cNvPr>
            <p:cNvSpPr/>
            <p:nvPr/>
          </p:nvSpPr>
          <p:spPr>
            <a:xfrm>
              <a:off x="2050181" y="432517"/>
              <a:ext cx="5636126" cy="174019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B42D048D-6FA6-ADD1-223B-5B943E9D4017}"/>
                </a:ext>
              </a:extLst>
            </p:cNvPr>
            <p:cNvGrpSpPr/>
            <p:nvPr/>
          </p:nvGrpSpPr>
          <p:grpSpPr>
            <a:xfrm>
              <a:off x="1535058" y="642488"/>
              <a:ext cx="6606877" cy="5828153"/>
              <a:chOff x="996563" y="836881"/>
              <a:chExt cx="7811999" cy="6891230"/>
            </a:xfrm>
          </p:grpSpPr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D460B0-3742-BDBD-FCFF-C4ADCEA127AA}"/>
                  </a:ext>
                </a:extLst>
              </p:cNvPr>
              <p:cNvGrpSpPr/>
              <p:nvPr/>
            </p:nvGrpSpPr>
            <p:grpSpPr>
              <a:xfrm>
                <a:off x="996563" y="836881"/>
                <a:ext cx="7524129" cy="1657158"/>
                <a:chOff x="996563" y="836881"/>
                <a:chExt cx="7524129" cy="1657158"/>
              </a:xfrm>
            </p:grpSpPr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2CF71CA6-F1DA-4B11-ABF7-939E7DBA35A1}"/>
                    </a:ext>
                  </a:extLst>
                </p:cNvPr>
                <p:cNvGrpSpPr/>
                <p:nvPr/>
              </p:nvGrpSpPr>
              <p:grpSpPr>
                <a:xfrm>
                  <a:off x="1811470" y="1155093"/>
                  <a:ext cx="6237512" cy="1338946"/>
                  <a:chOff x="1719941" y="1349827"/>
                  <a:chExt cx="6237512" cy="1338946"/>
                </a:xfrm>
              </p:grpSpPr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842F7021-E9F8-CF46-E327-BF99B0742AAA}"/>
                      </a:ext>
                    </a:extLst>
                  </p:cNvPr>
                  <p:cNvGrpSpPr/>
                  <p:nvPr/>
                </p:nvGrpSpPr>
                <p:grpSpPr>
                  <a:xfrm>
                    <a:off x="1719941" y="1349830"/>
                    <a:ext cx="446314" cy="1338943"/>
                    <a:chOff x="849086" y="598714"/>
                    <a:chExt cx="446314" cy="1338943"/>
                  </a:xfrm>
                </p:grpSpPr>
                <p:sp>
                  <p:nvSpPr>
                    <p:cNvPr id="4" name="Rectangle: Rounded Corners 3">
                      <a:extLst>
                        <a:ext uri="{FF2B5EF4-FFF2-40B4-BE49-F238E27FC236}">
                          <a16:creationId xmlns:a16="http://schemas.microsoft.com/office/drawing/2014/main" id="{E335693C-1C40-3696-74E0-3F8AAB439E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086" y="598714"/>
                      <a:ext cx="446314" cy="1338943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1447" dirty="0"/>
                    </a:p>
                  </p:txBody>
                </p:sp>
                <p:grpSp>
                  <p:nvGrpSpPr>
                    <p:cNvPr id="8" name="Group 7">
                      <a:extLst>
                        <a:ext uri="{FF2B5EF4-FFF2-40B4-BE49-F238E27FC236}">
                          <a16:creationId xmlns:a16="http://schemas.microsoft.com/office/drawing/2014/main" id="{0246EE2D-1E1D-FEC6-F8F1-7D06B2AD92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5287" y="707571"/>
                      <a:ext cx="293912" cy="1121227"/>
                      <a:chOff x="925286" y="707570"/>
                      <a:chExt cx="293912" cy="1121227"/>
                    </a:xfrm>
                  </p:grpSpPr>
                  <p:sp>
                    <p:nvSpPr>
                      <p:cNvPr id="5" name="Oval 4">
                        <a:extLst>
                          <a:ext uri="{FF2B5EF4-FFF2-40B4-BE49-F238E27FC236}">
                            <a16:creationId xmlns:a16="http://schemas.microsoft.com/office/drawing/2014/main" id="{176043FF-E132-984A-D455-FC4C5F6E7C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5286" y="707570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 dirty="0"/>
                      </a:p>
                    </p:txBody>
                  </p:sp>
                  <p:sp>
                    <p:nvSpPr>
                      <p:cNvPr id="6" name="Oval 5">
                        <a:extLst>
                          <a:ext uri="{FF2B5EF4-FFF2-40B4-BE49-F238E27FC236}">
                            <a16:creationId xmlns:a16="http://schemas.microsoft.com/office/drawing/2014/main" id="{82F5D358-7C70-61BD-BECD-309EED61F8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70" y="1121226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  <p:sp>
                    <p:nvSpPr>
                      <p:cNvPr id="7" name="Oval 6">
                        <a:extLst>
                          <a:ext uri="{FF2B5EF4-FFF2-40B4-BE49-F238E27FC236}">
                            <a16:creationId xmlns:a16="http://schemas.microsoft.com/office/drawing/2014/main" id="{A5EB6315-D502-767C-A85D-2A3D316D60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67" y="1523997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</p:grpSp>
              </p:grpSp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EEF21AAC-373C-AB3F-717F-3AC388D62899}"/>
                      </a:ext>
                    </a:extLst>
                  </p:cNvPr>
                  <p:cNvGrpSpPr/>
                  <p:nvPr/>
                </p:nvGrpSpPr>
                <p:grpSpPr>
                  <a:xfrm>
                    <a:off x="2547255" y="1349829"/>
                    <a:ext cx="446314" cy="1338943"/>
                    <a:chOff x="849086" y="598714"/>
                    <a:chExt cx="446314" cy="1338943"/>
                  </a:xfrm>
                </p:grpSpPr>
                <p:sp>
                  <p:nvSpPr>
                    <p:cNvPr id="11" name="Rectangle: Rounded Corners 10">
                      <a:extLst>
                        <a:ext uri="{FF2B5EF4-FFF2-40B4-BE49-F238E27FC236}">
                          <a16:creationId xmlns:a16="http://schemas.microsoft.com/office/drawing/2014/main" id="{34525AAF-A1DD-5848-16BC-A1B4509F43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086" y="598714"/>
                      <a:ext cx="446314" cy="1338943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1447" dirty="0"/>
                    </a:p>
                  </p:txBody>
                </p:sp>
                <p:grpSp>
                  <p:nvGrpSpPr>
                    <p:cNvPr id="12" name="Group 11">
                      <a:extLst>
                        <a:ext uri="{FF2B5EF4-FFF2-40B4-BE49-F238E27FC236}">
                          <a16:creationId xmlns:a16="http://schemas.microsoft.com/office/drawing/2014/main" id="{E7289E60-51EF-5332-9778-DF71878161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5287" y="707571"/>
                      <a:ext cx="293912" cy="1121227"/>
                      <a:chOff x="925286" y="707570"/>
                      <a:chExt cx="293912" cy="1121227"/>
                    </a:xfrm>
                  </p:grpSpPr>
                  <p:sp>
                    <p:nvSpPr>
                      <p:cNvPr id="13" name="Oval 12">
                        <a:extLst>
                          <a:ext uri="{FF2B5EF4-FFF2-40B4-BE49-F238E27FC236}">
                            <a16:creationId xmlns:a16="http://schemas.microsoft.com/office/drawing/2014/main" id="{F49A2CC7-19C9-F3D7-8D25-D95FD18E7B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5286" y="707570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 dirty="0"/>
                      </a:p>
                    </p:txBody>
                  </p:sp>
                  <p:sp>
                    <p:nvSpPr>
                      <p:cNvPr id="14" name="Oval 13">
                        <a:extLst>
                          <a:ext uri="{FF2B5EF4-FFF2-40B4-BE49-F238E27FC236}">
                            <a16:creationId xmlns:a16="http://schemas.microsoft.com/office/drawing/2014/main" id="{C8154C92-01DD-E4C3-8EC5-AD78EFF4B4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70" y="1121226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  <p:sp>
                    <p:nvSpPr>
                      <p:cNvPr id="15" name="Oval 14">
                        <a:extLst>
                          <a:ext uri="{FF2B5EF4-FFF2-40B4-BE49-F238E27FC236}">
                            <a16:creationId xmlns:a16="http://schemas.microsoft.com/office/drawing/2014/main" id="{89BADE43-712B-FA95-D38B-5B203A4D4A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67" y="1523997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</p:grpSp>
              </p:grp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EE68EAC6-01EB-B49E-95CF-2E313B3285FB}"/>
                      </a:ext>
                    </a:extLst>
                  </p:cNvPr>
                  <p:cNvGrpSpPr/>
                  <p:nvPr/>
                </p:nvGrpSpPr>
                <p:grpSpPr>
                  <a:xfrm>
                    <a:off x="3374569" y="1349829"/>
                    <a:ext cx="446314" cy="1338943"/>
                    <a:chOff x="849086" y="598714"/>
                    <a:chExt cx="446314" cy="1338943"/>
                  </a:xfrm>
                </p:grpSpPr>
                <p:sp>
                  <p:nvSpPr>
                    <p:cNvPr id="17" name="Rectangle: Rounded Corners 16">
                      <a:extLst>
                        <a:ext uri="{FF2B5EF4-FFF2-40B4-BE49-F238E27FC236}">
                          <a16:creationId xmlns:a16="http://schemas.microsoft.com/office/drawing/2014/main" id="{B2BA47B3-4DF8-CFAE-6AA9-D87E1F537A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086" y="598714"/>
                      <a:ext cx="446314" cy="1338943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1447" dirty="0"/>
                    </a:p>
                  </p:txBody>
                </p:sp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C477B989-0FE5-6A2C-9844-452FC9F005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5287" y="707571"/>
                      <a:ext cx="293912" cy="1121227"/>
                      <a:chOff x="925286" y="707570"/>
                      <a:chExt cx="293912" cy="1121227"/>
                    </a:xfrm>
                  </p:grpSpPr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BEB84EAF-6930-3076-28C7-72A97472C5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5286" y="707570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 dirty="0"/>
                      </a:p>
                    </p:txBody>
                  </p:sp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8B72AC06-63CF-AC7B-F58A-E38F5EF907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70" y="1121226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0381C3F8-B4DB-13C6-2BC1-1DF6617FEE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67" y="1523997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</p:grpSp>
              </p:grp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D05BE468-8FA1-C51E-0419-47E2CE325778}"/>
                      </a:ext>
                    </a:extLst>
                  </p:cNvPr>
                  <p:cNvGrpSpPr/>
                  <p:nvPr/>
                </p:nvGrpSpPr>
                <p:grpSpPr>
                  <a:xfrm>
                    <a:off x="4201883" y="1349828"/>
                    <a:ext cx="446314" cy="1338943"/>
                    <a:chOff x="849086" y="598714"/>
                    <a:chExt cx="446314" cy="1338943"/>
                  </a:xfrm>
                </p:grpSpPr>
                <p:sp>
                  <p:nvSpPr>
                    <p:cNvPr id="23" name="Rectangle: Rounded Corners 22">
                      <a:extLst>
                        <a:ext uri="{FF2B5EF4-FFF2-40B4-BE49-F238E27FC236}">
                          <a16:creationId xmlns:a16="http://schemas.microsoft.com/office/drawing/2014/main" id="{66585495-14C9-05C1-686B-262E0F7E4A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086" y="598714"/>
                      <a:ext cx="446314" cy="1338943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1447" dirty="0"/>
                    </a:p>
                  </p:txBody>
                </p:sp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E67BAD1A-C58E-935E-426C-A7B4DB8012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5287" y="707571"/>
                      <a:ext cx="293912" cy="1121227"/>
                      <a:chOff x="925286" y="707570"/>
                      <a:chExt cx="293912" cy="1121227"/>
                    </a:xfrm>
                  </p:grpSpPr>
                  <p:sp>
                    <p:nvSpPr>
                      <p:cNvPr id="25" name="Oval 24">
                        <a:extLst>
                          <a:ext uri="{FF2B5EF4-FFF2-40B4-BE49-F238E27FC236}">
                            <a16:creationId xmlns:a16="http://schemas.microsoft.com/office/drawing/2014/main" id="{66EF0590-2B0F-6399-2028-6229B97D6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5286" y="707570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 dirty="0"/>
                      </a:p>
                    </p:txBody>
                  </p:sp>
                  <p:sp>
                    <p:nvSpPr>
                      <p:cNvPr id="26" name="Oval 25">
                        <a:extLst>
                          <a:ext uri="{FF2B5EF4-FFF2-40B4-BE49-F238E27FC236}">
                            <a16:creationId xmlns:a16="http://schemas.microsoft.com/office/drawing/2014/main" id="{4F85BBC9-01A8-7C29-EEFE-DAA527E087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70" y="1121226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4700387B-72D7-1F25-07A4-95B2E5A236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67" y="1523997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</p:grpSp>
              </p:grpSp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3966B2A0-A39B-10E3-16BC-F1317EB84B0B}"/>
                      </a:ext>
                    </a:extLst>
                  </p:cNvPr>
                  <p:cNvGrpSpPr/>
                  <p:nvPr/>
                </p:nvGrpSpPr>
                <p:grpSpPr>
                  <a:xfrm>
                    <a:off x="5029197" y="1349829"/>
                    <a:ext cx="446314" cy="1338943"/>
                    <a:chOff x="849086" y="598714"/>
                    <a:chExt cx="446314" cy="1338943"/>
                  </a:xfrm>
                </p:grpSpPr>
                <p:sp>
                  <p:nvSpPr>
                    <p:cNvPr id="29" name="Rectangle: Rounded Corners 28">
                      <a:extLst>
                        <a:ext uri="{FF2B5EF4-FFF2-40B4-BE49-F238E27FC236}">
                          <a16:creationId xmlns:a16="http://schemas.microsoft.com/office/drawing/2014/main" id="{D79F2A8F-895F-2ED2-3D15-D109CEBC5D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086" y="598714"/>
                      <a:ext cx="446314" cy="1338943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1447" dirty="0"/>
                    </a:p>
                  </p:txBody>
                </p:sp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00A6E0D8-3950-7527-454E-C3DDF4DD36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5287" y="707571"/>
                      <a:ext cx="293912" cy="1121227"/>
                      <a:chOff x="925286" y="707570"/>
                      <a:chExt cx="293912" cy="1121227"/>
                    </a:xfrm>
                  </p:grpSpPr>
                  <p:sp>
                    <p:nvSpPr>
                      <p:cNvPr id="31" name="Oval 30">
                        <a:extLst>
                          <a:ext uri="{FF2B5EF4-FFF2-40B4-BE49-F238E27FC236}">
                            <a16:creationId xmlns:a16="http://schemas.microsoft.com/office/drawing/2014/main" id="{41F82304-8E6C-B245-3582-05DDC742D5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5286" y="707570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 dirty="0"/>
                      </a:p>
                    </p:txBody>
                  </p:sp>
                  <p:sp>
                    <p:nvSpPr>
                      <p:cNvPr id="32" name="Oval 31">
                        <a:extLst>
                          <a:ext uri="{FF2B5EF4-FFF2-40B4-BE49-F238E27FC236}">
                            <a16:creationId xmlns:a16="http://schemas.microsoft.com/office/drawing/2014/main" id="{F1047DF8-62A7-3A77-C77D-6219EA9B5A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70" y="1121226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  <p:sp>
                    <p:nvSpPr>
                      <p:cNvPr id="33" name="Oval 32">
                        <a:extLst>
                          <a:ext uri="{FF2B5EF4-FFF2-40B4-BE49-F238E27FC236}">
                            <a16:creationId xmlns:a16="http://schemas.microsoft.com/office/drawing/2014/main" id="{163C30DA-98DB-7306-683E-3DD80A65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67" y="1523997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</p:grpSp>
              </p:grpSp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52F63D11-E2B2-9285-D7C7-C4174F1C7F3E}"/>
                      </a:ext>
                    </a:extLst>
                  </p:cNvPr>
                  <p:cNvGrpSpPr/>
                  <p:nvPr/>
                </p:nvGrpSpPr>
                <p:grpSpPr>
                  <a:xfrm>
                    <a:off x="5856511" y="1349828"/>
                    <a:ext cx="446314" cy="1338943"/>
                    <a:chOff x="849086" y="598714"/>
                    <a:chExt cx="446314" cy="1338943"/>
                  </a:xfrm>
                </p:grpSpPr>
                <p:sp>
                  <p:nvSpPr>
                    <p:cNvPr id="35" name="Rectangle: Rounded Corners 34">
                      <a:extLst>
                        <a:ext uri="{FF2B5EF4-FFF2-40B4-BE49-F238E27FC236}">
                          <a16:creationId xmlns:a16="http://schemas.microsoft.com/office/drawing/2014/main" id="{03A53DE2-8412-F2AA-5307-D65D8BF481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086" y="598714"/>
                      <a:ext cx="446314" cy="1338943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1447" dirty="0"/>
                    </a:p>
                  </p:txBody>
                </p:sp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2801805E-95D0-7A6B-35C9-5F5AA8F2A8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5287" y="707571"/>
                      <a:ext cx="293912" cy="1121227"/>
                      <a:chOff x="925286" y="707570"/>
                      <a:chExt cx="293912" cy="1121227"/>
                    </a:xfrm>
                  </p:grpSpPr>
                  <p:sp>
                    <p:nvSpPr>
                      <p:cNvPr id="37" name="Oval 36">
                        <a:extLst>
                          <a:ext uri="{FF2B5EF4-FFF2-40B4-BE49-F238E27FC236}">
                            <a16:creationId xmlns:a16="http://schemas.microsoft.com/office/drawing/2014/main" id="{6E1C98B8-D4A0-DFAD-7456-C104015BA2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5286" y="707570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 dirty="0"/>
                      </a:p>
                    </p:txBody>
                  </p:sp>
                  <p:sp>
                    <p:nvSpPr>
                      <p:cNvPr id="38" name="Oval 37">
                        <a:extLst>
                          <a:ext uri="{FF2B5EF4-FFF2-40B4-BE49-F238E27FC236}">
                            <a16:creationId xmlns:a16="http://schemas.microsoft.com/office/drawing/2014/main" id="{5E875AFE-3916-A776-A02C-E3ED5C3D3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70" y="1121226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  <p:sp>
                    <p:nvSpPr>
                      <p:cNvPr id="39" name="Oval 38">
                        <a:extLst>
                          <a:ext uri="{FF2B5EF4-FFF2-40B4-BE49-F238E27FC236}">
                            <a16:creationId xmlns:a16="http://schemas.microsoft.com/office/drawing/2014/main" id="{8713851A-3F00-69B9-8F05-1D998ADFFF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67" y="1523997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</p:grpSp>
              </p:grpSp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5B428CCF-03BE-A48E-5528-97B7AB4699B5}"/>
                      </a:ext>
                    </a:extLst>
                  </p:cNvPr>
                  <p:cNvGrpSpPr/>
                  <p:nvPr/>
                </p:nvGrpSpPr>
                <p:grpSpPr>
                  <a:xfrm>
                    <a:off x="6683825" y="1349828"/>
                    <a:ext cx="446314" cy="1338943"/>
                    <a:chOff x="849086" y="598714"/>
                    <a:chExt cx="446314" cy="1338943"/>
                  </a:xfrm>
                </p:grpSpPr>
                <p:sp>
                  <p:nvSpPr>
                    <p:cNvPr id="41" name="Rectangle: Rounded Corners 40">
                      <a:extLst>
                        <a:ext uri="{FF2B5EF4-FFF2-40B4-BE49-F238E27FC236}">
                          <a16:creationId xmlns:a16="http://schemas.microsoft.com/office/drawing/2014/main" id="{23128221-A7A1-74E6-D4BD-F3DB05FE2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086" y="598714"/>
                      <a:ext cx="446314" cy="1338943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1447" dirty="0"/>
                    </a:p>
                  </p:txBody>
                </p:sp>
                <p:grpSp>
                  <p:nvGrpSpPr>
                    <p:cNvPr id="42" name="Group 41">
                      <a:extLst>
                        <a:ext uri="{FF2B5EF4-FFF2-40B4-BE49-F238E27FC236}">
                          <a16:creationId xmlns:a16="http://schemas.microsoft.com/office/drawing/2014/main" id="{EEA6F671-108F-50DB-6942-82FC5BE497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5287" y="707571"/>
                      <a:ext cx="293912" cy="1121227"/>
                      <a:chOff x="925286" y="707570"/>
                      <a:chExt cx="293912" cy="1121227"/>
                    </a:xfrm>
                  </p:grpSpPr>
                  <p:sp>
                    <p:nvSpPr>
                      <p:cNvPr id="43" name="Oval 42">
                        <a:extLst>
                          <a:ext uri="{FF2B5EF4-FFF2-40B4-BE49-F238E27FC236}">
                            <a16:creationId xmlns:a16="http://schemas.microsoft.com/office/drawing/2014/main" id="{92858057-5796-3AFE-EE9E-4F08C9D421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5286" y="707570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 dirty="0"/>
                      </a:p>
                    </p:txBody>
                  </p:sp>
                  <p:sp>
                    <p:nvSpPr>
                      <p:cNvPr id="44" name="Oval 43">
                        <a:extLst>
                          <a:ext uri="{FF2B5EF4-FFF2-40B4-BE49-F238E27FC236}">
                            <a16:creationId xmlns:a16="http://schemas.microsoft.com/office/drawing/2014/main" id="{6BDA7E8A-BB09-90C5-3B12-C2C868F274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70" y="1121226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  <p:sp>
                    <p:nvSpPr>
                      <p:cNvPr id="45" name="Oval 44">
                        <a:extLst>
                          <a:ext uri="{FF2B5EF4-FFF2-40B4-BE49-F238E27FC236}">
                            <a16:creationId xmlns:a16="http://schemas.microsoft.com/office/drawing/2014/main" id="{4FDF26EF-AA49-87E8-FB65-B0A9839255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67" y="1523997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</p:grpSp>
              </p:grp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05D68CCA-E589-8CC3-840A-A5A026DBFF38}"/>
                      </a:ext>
                    </a:extLst>
                  </p:cNvPr>
                  <p:cNvGrpSpPr/>
                  <p:nvPr/>
                </p:nvGrpSpPr>
                <p:grpSpPr>
                  <a:xfrm>
                    <a:off x="7511139" y="1349827"/>
                    <a:ext cx="446314" cy="1338943"/>
                    <a:chOff x="849086" y="598714"/>
                    <a:chExt cx="446314" cy="1338943"/>
                  </a:xfrm>
                </p:grpSpPr>
                <p:sp>
                  <p:nvSpPr>
                    <p:cNvPr id="47" name="Rectangle: Rounded Corners 46">
                      <a:extLst>
                        <a:ext uri="{FF2B5EF4-FFF2-40B4-BE49-F238E27FC236}">
                          <a16:creationId xmlns:a16="http://schemas.microsoft.com/office/drawing/2014/main" id="{87E4F925-2104-4ADF-8308-C01077768F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086" y="598714"/>
                      <a:ext cx="446314" cy="1338943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1447" dirty="0"/>
                    </a:p>
                  </p:txBody>
                </p:sp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7B0014B8-57F5-93A0-291B-6563E61B46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5287" y="707571"/>
                      <a:ext cx="293912" cy="1121227"/>
                      <a:chOff x="925286" y="707570"/>
                      <a:chExt cx="293912" cy="1121227"/>
                    </a:xfrm>
                  </p:grpSpPr>
                  <p:sp>
                    <p:nvSpPr>
                      <p:cNvPr id="49" name="Oval 48">
                        <a:extLst>
                          <a:ext uri="{FF2B5EF4-FFF2-40B4-BE49-F238E27FC236}">
                            <a16:creationId xmlns:a16="http://schemas.microsoft.com/office/drawing/2014/main" id="{627A0697-9FB1-F5EE-9065-E2254764CA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5286" y="707570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 dirty="0"/>
                      </a:p>
                    </p:txBody>
                  </p:sp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78CBCBC2-8840-4286-072D-B2BF8A6B1E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70" y="1121226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20ABD2B8-032E-9110-AF63-4B0D99FC8E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6167" y="1523997"/>
                        <a:ext cx="283028" cy="3048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CA" sz="1447"/>
                      </a:p>
                    </p:txBody>
                  </p:sp>
                </p:grpSp>
              </p:grpSp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226D6488-BFC5-D847-ADEA-6259D5E70281}"/>
                      </a:ext>
                    </a:extLst>
                  </p:cNvPr>
                  <p:cNvGrpSpPr/>
                  <p:nvPr/>
                </p:nvGrpSpPr>
                <p:grpSpPr>
                  <a:xfrm>
                    <a:off x="2162551" y="1602622"/>
                    <a:ext cx="394001" cy="825193"/>
                    <a:chOff x="792538" y="1297821"/>
                    <a:chExt cx="394001" cy="825193"/>
                  </a:xfrm>
                </p:grpSpPr>
                <p:cxnSp>
                  <p:nvCxnSpPr>
                    <p:cNvPr id="53" name="Straight Connector 52">
                      <a:extLst>
                        <a:ext uri="{FF2B5EF4-FFF2-40B4-BE49-F238E27FC236}">
                          <a16:creationId xmlns:a16="http://schemas.microsoft.com/office/drawing/2014/main" id="{22E9556D-5FE2-2C47-BD5A-3146BDFBA25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4655" y="1306286"/>
                      <a:ext cx="3810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9" name="Group 68">
                      <a:extLst>
                        <a:ext uri="{FF2B5EF4-FFF2-40B4-BE49-F238E27FC236}">
                          <a16:creationId xmlns:a16="http://schemas.microsoft.com/office/drawing/2014/main" id="{40E7952C-09C5-090F-BA4E-4E3D6D8836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2538" y="1297821"/>
                      <a:ext cx="394001" cy="825193"/>
                      <a:chOff x="792538" y="1297821"/>
                      <a:chExt cx="394001" cy="825193"/>
                    </a:xfrm>
                  </p:grpSpPr>
                  <p:cxnSp>
                    <p:nvCxnSpPr>
                      <p:cNvPr id="54" name="Straight Connector 53">
                        <a:extLst>
                          <a:ext uri="{FF2B5EF4-FFF2-40B4-BE49-F238E27FC236}">
                            <a16:creationId xmlns:a16="http://schemas.microsoft.com/office/drawing/2014/main" id="{A1379124-38EC-7D94-CEAD-CE6C34531CB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94655" y="212271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" name="Straight Connector 54">
                        <a:extLst>
                          <a:ext uri="{FF2B5EF4-FFF2-40B4-BE49-F238E27FC236}">
                            <a16:creationId xmlns:a16="http://schemas.microsoft.com/office/drawing/2014/main" id="{4DB46AD3-9254-1C7B-8663-13065A9E179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9182" y="1306286"/>
                        <a:ext cx="370122" cy="81642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9" name="Straight Connector 58">
                        <a:extLst>
                          <a:ext uri="{FF2B5EF4-FFF2-40B4-BE49-F238E27FC236}">
                            <a16:creationId xmlns:a16="http://schemas.microsoft.com/office/drawing/2014/main" id="{9DDCC942-9AEB-70A8-C3FF-F6033D318DB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801006" y="1306282"/>
                        <a:ext cx="376763" cy="8001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88958C62-313A-3E98-B2B5-1D3499E9BABD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03726" y="171268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>
                        <a:extLst>
                          <a:ext uri="{FF2B5EF4-FFF2-40B4-BE49-F238E27FC236}">
                            <a16:creationId xmlns:a16="http://schemas.microsoft.com/office/drawing/2014/main" id="{AA908799-A487-BBF7-576D-B0D34DB6C82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306282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Straight Connector 63">
                        <a:extLst>
                          <a:ext uri="{FF2B5EF4-FFF2-40B4-BE49-F238E27FC236}">
                            <a16:creationId xmlns:a16="http://schemas.microsoft.com/office/drawing/2014/main" id="{10852A6E-D057-615C-BE34-83C9C5D7627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712684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5" name="Straight Connector 64">
                        <a:extLst>
                          <a:ext uri="{FF2B5EF4-FFF2-40B4-BE49-F238E27FC236}">
                            <a16:creationId xmlns:a16="http://schemas.microsoft.com/office/drawing/2014/main" id="{C77E3CA9-567B-7E8A-129F-462F0EBFA21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2538" y="171450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7" name="Straight Connector 66">
                        <a:extLst>
                          <a:ext uri="{FF2B5EF4-FFF2-40B4-BE49-F238E27FC236}">
                            <a16:creationId xmlns:a16="http://schemas.microsoft.com/office/drawing/2014/main" id="{F66A4F77-F703-0634-4821-03475556744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6471" y="129782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E1F6B015-B01F-5391-9529-D0C0E81FDA6B}"/>
                      </a:ext>
                    </a:extLst>
                  </p:cNvPr>
                  <p:cNvGrpSpPr/>
                  <p:nvPr/>
                </p:nvGrpSpPr>
                <p:grpSpPr>
                  <a:xfrm>
                    <a:off x="2989859" y="1604888"/>
                    <a:ext cx="394001" cy="825193"/>
                    <a:chOff x="792538" y="1297821"/>
                    <a:chExt cx="394001" cy="825193"/>
                  </a:xfrm>
                </p:grpSpPr>
                <p:cxnSp>
                  <p:nvCxnSpPr>
                    <p:cNvPr id="72" name="Straight Connector 71">
                      <a:extLst>
                        <a:ext uri="{FF2B5EF4-FFF2-40B4-BE49-F238E27FC236}">
                          <a16:creationId xmlns:a16="http://schemas.microsoft.com/office/drawing/2014/main" id="{67AE5C9A-5C8F-B4D3-2195-7874D742D91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4655" y="1306286"/>
                      <a:ext cx="3810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3" name="Group 72">
                      <a:extLst>
                        <a:ext uri="{FF2B5EF4-FFF2-40B4-BE49-F238E27FC236}">
                          <a16:creationId xmlns:a16="http://schemas.microsoft.com/office/drawing/2014/main" id="{70598CDD-6089-EE8A-A95F-18428DFA23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2538" y="1297821"/>
                      <a:ext cx="394001" cy="825193"/>
                      <a:chOff x="792538" y="1297821"/>
                      <a:chExt cx="394001" cy="825193"/>
                    </a:xfrm>
                  </p:grpSpPr>
                  <p:cxnSp>
                    <p:nvCxnSpPr>
                      <p:cNvPr id="74" name="Straight Connector 73">
                        <a:extLst>
                          <a:ext uri="{FF2B5EF4-FFF2-40B4-BE49-F238E27FC236}">
                            <a16:creationId xmlns:a16="http://schemas.microsoft.com/office/drawing/2014/main" id="{A9DAEC46-E918-5400-D999-05B39B9D4DE7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94655" y="212271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" name="Straight Connector 74">
                        <a:extLst>
                          <a:ext uri="{FF2B5EF4-FFF2-40B4-BE49-F238E27FC236}">
                            <a16:creationId xmlns:a16="http://schemas.microsoft.com/office/drawing/2014/main" id="{F280C89E-FAB7-3374-DFC9-E938F1ADB14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9182" y="1306286"/>
                        <a:ext cx="370122" cy="81642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" name="Straight Connector 75">
                        <a:extLst>
                          <a:ext uri="{FF2B5EF4-FFF2-40B4-BE49-F238E27FC236}">
                            <a16:creationId xmlns:a16="http://schemas.microsoft.com/office/drawing/2014/main" id="{B3E9DAD3-F246-6D60-75E2-D4ACFECD930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801006" y="1306282"/>
                        <a:ext cx="376763" cy="8001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7" name="Straight Connector 76">
                        <a:extLst>
                          <a:ext uri="{FF2B5EF4-FFF2-40B4-BE49-F238E27FC236}">
                            <a16:creationId xmlns:a16="http://schemas.microsoft.com/office/drawing/2014/main" id="{74A05542-D7E7-5607-AC8C-1148B24A2DF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03726" y="171268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" name="Straight Connector 77">
                        <a:extLst>
                          <a:ext uri="{FF2B5EF4-FFF2-40B4-BE49-F238E27FC236}">
                            <a16:creationId xmlns:a16="http://schemas.microsoft.com/office/drawing/2014/main" id="{DF07E3B9-40F0-B7BC-0B8E-28E60A8929D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306282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" name="Straight Connector 78">
                        <a:extLst>
                          <a:ext uri="{FF2B5EF4-FFF2-40B4-BE49-F238E27FC236}">
                            <a16:creationId xmlns:a16="http://schemas.microsoft.com/office/drawing/2014/main" id="{C6F483AB-C079-0E25-361B-9F9D6CA34F6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712684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0" name="Straight Connector 79">
                        <a:extLst>
                          <a:ext uri="{FF2B5EF4-FFF2-40B4-BE49-F238E27FC236}">
                            <a16:creationId xmlns:a16="http://schemas.microsoft.com/office/drawing/2014/main" id="{D95B6695-1B72-8CF4-52BE-E2B5D6B7A1C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2538" y="171450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Straight Connector 80">
                        <a:extLst>
                          <a:ext uri="{FF2B5EF4-FFF2-40B4-BE49-F238E27FC236}">
                            <a16:creationId xmlns:a16="http://schemas.microsoft.com/office/drawing/2014/main" id="{5FA445D6-19C6-0553-737C-96B8027D6C6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6471" y="129782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82" name="Group 81">
                    <a:extLst>
                      <a:ext uri="{FF2B5EF4-FFF2-40B4-BE49-F238E27FC236}">
                        <a16:creationId xmlns:a16="http://schemas.microsoft.com/office/drawing/2014/main" id="{DDDBE96B-6DD4-0A5E-8B68-C7A921DDD47A}"/>
                      </a:ext>
                    </a:extLst>
                  </p:cNvPr>
                  <p:cNvGrpSpPr/>
                  <p:nvPr/>
                </p:nvGrpSpPr>
                <p:grpSpPr>
                  <a:xfrm>
                    <a:off x="3815351" y="1604888"/>
                    <a:ext cx="394001" cy="825193"/>
                    <a:chOff x="792538" y="1297821"/>
                    <a:chExt cx="394001" cy="825193"/>
                  </a:xfrm>
                </p:grpSpPr>
                <p:cxnSp>
                  <p:nvCxnSpPr>
                    <p:cNvPr id="83" name="Straight Connector 82">
                      <a:extLst>
                        <a:ext uri="{FF2B5EF4-FFF2-40B4-BE49-F238E27FC236}">
                          <a16:creationId xmlns:a16="http://schemas.microsoft.com/office/drawing/2014/main" id="{63ED5135-7081-71E3-33FA-F381363E9CC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4655" y="1306286"/>
                      <a:ext cx="3810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84" name="Group 83">
                      <a:extLst>
                        <a:ext uri="{FF2B5EF4-FFF2-40B4-BE49-F238E27FC236}">
                          <a16:creationId xmlns:a16="http://schemas.microsoft.com/office/drawing/2014/main" id="{A39C18EC-E62B-8BDD-78A6-4CF160E566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2538" y="1297821"/>
                      <a:ext cx="394001" cy="825193"/>
                      <a:chOff x="792538" y="1297821"/>
                      <a:chExt cx="394001" cy="825193"/>
                    </a:xfrm>
                  </p:grpSpPr>
                  <p:cxnSp>
                    <p:nvCxnSpPr>
                      <p:cNvPr id="85" name="Straight Connector 84">
                        <a:extLst>
                          <a:ext uri="{FF2B5EF4-FFF2-40B4-BE49-F238E27FC236}">
                            <a16:creationId xmlns:a16="http://schemas.microsoft.com/office/drawing/2014/main" id="{AEBB345F-20E9-44B6-F70D-334A5DB2583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94655" y="212271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Straight Connector 85">
                        <a:extLst>
                          <a:ext uri="{FF2B5EF4-FFF2-40B4-BE49-F238E27FC236}">
                            <a16:creationId xmlns:a16="http://schemas.microsoft.com/office/drawing/2014/main" id="{97C5C86C-19CA-C563-5775-3D21AB678D5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9182" y="1306286"/>
                        <a:ext cx="370122" cy="81642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A0F75753-9B83-6D3B-AF4E-1DF46FE7C58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801006" y="1306282"/>
                        <a:ext cx="376763" cy="8001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Connector 87">
                        <a:extLst>
                          <a:ext uri="{FF2B5EF4-FFF2-40B4-BE49-F238E27FC236}">
                            <a16:creationId xmlns:a16="http://schemas.microsoft.com/office/drawing/2014/main" id="{ED3866A9-B771-E9A4-268D-FB25FA26B95E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03726" y="171268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9" name="Straight Connector 88">
                        <a:extLst>
                          <a:ext uri="{FF2B5EF4-FFF2-40B4-BE49-F238E27FC236}">
                            <a16:creationId xmlns:a16="http://schemas.microsoft.com/office/drawing/2014/main" id="{36B58E87-6ED1-BE7D-5386-E8D670EE575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306282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0" name="Straight Connector 89">
                        <a:extLst>
                          <a:ext uri="{FF2B5EF4-FFF2-40B4-BE49-F238E27FC236}">
                            <a16:creationId xmlns:a16="http://schemas.microsoft.com/office/drawing/2014/main" id="{9A6D88CE-0E34-2DB0-C9B3-92E61F83FF0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712684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1" name="Straight Connector 90">
                        <a:extLst>
                          <a:ext uri="{FF2B5EF4-FFF2-40B4-BE49-F238E27FC236}">
                            <a16:creationId xmlns:a16="http://schemas.microsoft.com/office/drawing/2014/main" id="{F06881ED-31C0-421C-3ED0-6D61FB2E0FF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2538" y="171450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2" name="Straight Connector 91">
                        <a:extLst>
                          <a:ext uri="{FF2B5EF4-FFF2-40B4-BE49-F238E27FC236}">
                            <a16:creationId xmlns:a16="http://schemas.microsoft.com/office/drawing/2014/main" id="{CE8DD2B9-DBEF-976C-D4D4-293A701DD88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6471" y="129782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B9580369-CC97-149E-D3E2-509AF23A51EF}"/>
                      </a:ext>
                    </a:extLst>
                  </p:cNvPr>
                  <p:cNvGrpSpPr/>
                  <p:nvPr/>
                </p:nvGrpSpPr>
                <p:grpSpPr>
                  <a:xfrm>
                    <a:off x="4640490" y="1604888"/>
                    <a:ext cx="394001" cy="825193"/>
                    <a:chOff x="792538" y="1297821"/>
                    <a:chExt cx="394001" cy="825193"/>
                  </a:xfrm>
                </p:grpSpPr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F4E7D5FA-DDCE-A13A-896B-92D01ABE0E4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4655" y="1306286"/>
                      <a:ext cx="3810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E388F33C-4665-1AE5-01B6-05082F5D9C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2538" y="1297821"/>
                      <a:ext cx="394001" cy="825193"/>
                      <a:chOff x="792538" y="1297821"/>
                      <a:chExt cx="394001" cy="825193"/>
                    </a:xfrm>
                  </p:grpSpPr>
                  <p:cxnSp>
                    <p:nvCxnSpPr>
                      <p:cNvPr id="96" name="Straight Connector 95">
                        <a:extLst>
                          <a:ext uri="{FF2B5EF4-FFF2-40B4-BE49-F238E27FC236}">
                            <a16:creationId xmlns:a16="http://schemas.microsoft.com/office/drawing/2014/main" id="{987811BB-A383-A3E2-B3F9-D79E00AEBAC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94655" y="212271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Straight Connector 96">
                        <a:extLst>
                          <a:ext uri="{FF2B5EF4-FFF2-40B4-BE49-F238E27FC236}">
                            <a16:creationId xmlns:a16="http://schemas.microsoft.com/office/drawing/2014/main" id="{C3BFE469-E16C-2C16-7D84-B7D6CE4C017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9182" y="1306286"/>
                        <a:ext cx="370122" cy="81642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Straight Connector 97">
                        <a:extLst>
                          <a:ext uri="{FF2B5EF4-FFF2-40B4-BE49-F238E27FC236}">
                            <a16:creationId xmlns:a16="http://schemas.microsoft.com/office/drawing/2014/main" id="{835FC699-6EC1-321D-9CF7-2F3C6FC4350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801006" y="1306282"/>
                        <a:ext cx="376763" cy="8001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Straight Connector 98">
                        <a:extLst>
                          <a:ext uri="{FF2B5EF4-FFF2-40B4-BE49-F238E27FC236}">
                            <a16:creationId xmlns:a16="http://schemas.microsoft.com/office/drawing/2014/main" id="{0537D09E-6C4D-2491-30F2-34570680AD5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03726" y="171268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" name="Straight Connector 99">
                        <a:extLst>
                          <a:ext uri="{FF2B5EF4-FFF2-40B4-BE49-F238E27FC236}">
                            <a16:creationId xmlns:a16="http://schemas.microsoft.com/office/drawing/2014/main" id="{C8DBC145-94C7-2EC6-B0C2-BB5DE40C5E6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306282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1" name="Straight Connector 100">
                        <a:extLst>
                          <a:ext uri="{FF2B5EF4-FFF2-40B4-BE49-F238E27FC236}">
                            <a16:creationId xmlns:a16="http://schemas.microsoft.com/office/drawing/2014/main" id="{7851ECC1-73D5-33AB-4669-FEBFE3B1CD2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712684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" name="Straight Connector 101">
                        <a:extLst>
                          <a:ext uri="{FF2B5EF4-FFF2-40B4-BE49-F238E27FC236}">
                            <a16:creationId xmlns:a16="http://schemas.microsoft.com/office/drawing/2014/main" id="{12C315E2-C678-E65E-2722-BF3B8708746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2538" y="171450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3" name="Straight Connector 102">
                        <a:extLst>
                          <a:ext uri="{FF2B5EF4-FFF2-40B4-BE49-F238E27FC236}">
                            <a16:creationId xmlns:a16="http://schemas.microsoft.com/office/drawing/2014/main" id="{27B5601B-4167-DC4E-E5E6-6F370F32A13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6471" y="129782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146BC7DF-4E1A-CBC8-AFD2-1EED22A4F1B2}"/>
                      </a:ext>
                    </a:extLst>
                  </p:cNvPr>
                  <p:cNvGrpSpPr/>
                  <p:nvPr/>
                </p:nvGrpSpPr>
                <p:grpSpPr>
                  <a:xfrm>
                    <a:off x="5470219" y="1612143"/>
                    <a:ext cx="394001" cy="825193"/>
                    <a:chOff x="792538" y="1297821"/>
                    <a:chExt cx="394001" cy="825193"/>
                  </a:xfrm>
                </p:grpSpPr>
                <p:cxnSp>
                  <p:nvCxnSpPr>
                    <p:cNvPr id="105" name="Straight Connector 104">
                      <a:extLst>
                        <a:ext uri="{FF2B5EF4-FFF2-40B4-BE49-F238E27FC236}">
                          <a16:creationId xmlns:a16="http://schemas.microsoft.com/office/drawing/2014/main" id="{5C52549E-1149-9DB9-3633-2DD02C3B21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4655" y="1306286"/>
                      <a:ext cx="3810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06" name="Group 105">
                      <a:extLst>
                        <a:ext uri="{FF2B5EF4-FFF2-40B4-BE49-F238E27FC236}">
                          <a16:creationId xmlns:a16="http://schemas.microsoft.com/office/drawing/2014/main" id="{5C195A21-666B-59D0-B03B-3174A2C1B6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2538" y="1297821"/>
                      <a:ext cx="394001" cy="825193"/>
                      <a:chOff x="792538" y="1297821"/>
                      <a:chExt cx="394001" cy="825193"/>
                    </a:xfrm>
                  </p:grpSpPr>
                  <p:cxnSp>
                    <p:nvCxnSpPr>
                      <p:cNvPr id="107" name="Straight Connector 106">
                        <a:extLst>
                          <a:ext uri="{FF2B5EF4-FFF2-40B4-BE49-F238E27FC236}">
                            <a16:creationId xmlns:a16="http://schemas.microsoft.com/office/drawing/2014/main" id="{F4602150-C1F3-7DC8-562D-717067804BC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94655" y="212271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8" name="Straight Connector 107">
                        <a:extLst>
                          <a:ext uri="{FF2B5EF4-FFF2-40B4-BE49-F238E27FC236}">
                            <a16:creationId xmlns:a16="http://schemas.microsoft.com/office/drawing/2014/main" id="{6562B3CE-CA9E-703F-2157-5D9507FBA4E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9182" y="1306286"/>
                        <a:ext cx="370122" cy="81642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9" name="Straight Connector 108">
                        <a:extLst>
                          <a:ext uri="{FF2B5EF4-FFF2-40B4-BE49-F238E27FC236}">
                            <a16:creationId xmlns:a16="http://schemas.microsoft.com/office/drawing/2014/main" id="{57DBF753-5939-877C-8A20-7147B7DCF53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801006" y="1306282"/>
                        <a:ext cx="376763" cy="8001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" name="Straight Connector 109">
                        <a:extLst>
                          <a:ext uri="{FF2B5EF4-FFF2-40B4-BE49-F238E27FC236}">
                            <a16:creationId xmlns:a16="http://schemas.microsoft.com/office/drawing/2014/main" id="{48DC89C7-F7CE-DAB9-DF81-1B107BAB8B9F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03726" y="171268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1" name="Straight Connector 110">
                        <a:extLst>
                          <a:ext uri="{FF2B5EF4-FFF2-40B4-BE49-F238E27FC236}">
                            <a16:creationId xmlns:a16="http://schemas.microsoft.com/office/drawing/2014/main" id="{B2B70CAB-F6F6-35E4-18AA-3F72FCC45FC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306282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" name="Straight Connector 111">
                        <a:extLst>
                          <a:ext uri="{FF2B5EF4-FFF2-40B4-BE49-F238E27FC236}">
                            <a16:creationId xmlns:a16="http://schemas.microsoft.com/office/drawing/2014/main" id="{4C447B55-DEFF-8658-7512-08C550215DC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712684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" name="Straight Connector 112">
                        <a:extLst>
                          <a:ext uri="{FF2B5EF4-FFF2-40B4-BE49-F238E27FC236}">
                            <a16:creationId xmlns:a16="http://schemas.microsoft.com/office/drawing/2014/main" id="{E85C79BD-71EE-7A7C-2DD8-99318D39B85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2538" y="171450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" name="Straight Connector 113">
                        <a:extLst>
                          <a:ext uri="{FF2B5EF4-FFF2-40B4-BE49-F238E27FC236}">
                            <a16:creationId xmlns:a16="http://schemas.microsoft.com/office/drawing/2014/main" id="{A3CCE00B-062E-0727-1176-F5713E093F9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6471" y="129782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5" name="Group 114">
                    <a:extLst>
                      <a:ext uri="{FF2B5EF4-FFF2-40B4-BE49-F238E27FC236}">
                        <a16:creationId xmlns:a16="http://schemas.microsoft.com/office/drawing/2014/main" id="{1E703742-ED06-88CC-026B-28CFC5AE1532}"/>
                      </a:ext>
                    </a:extLst>
                  </p:cNvPr>
                  <p:cNvGrpSpPr/>
                  <p:nvPr/>
                </p:nvGrpSpPr>
                <p:grpSpPr>
                  <a:xfrm>
                    <a:off x="6291178" y="1611083"/>
                    <a:ext cx="394001" cy="825193"/>
                    <a:chOff x="792538" y="1297821"/>
                    <a:chExt cx="394001" cy="825193"/>
                  </a:xfrm>
                </p:grpSpPr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DA8EFC07-D697-6D25-5A9E-4E4D4FF26ED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4655" y="1306286"/>
                      <a:ext cx="3810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7" name="Group 116">
                      <a:extLst>
                        <a:ext uri="{FF2B5EF4-FFF2-40B4-BE49-F238E27FC236}">
                          <a16:creationId xmlns:a16="http://schemas.microsoft.com/office/drawing/2014/main" id="{8736447D-4F20-3FDB-FE26-1AB1E23297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2538" y="1297821"/>
                      <a:ext cx="394001" cy="825193"/>
                      <a:chOff x="792538" y="1297821"/>
                      <a:chExt cx="394001" cy="825193"/>
                    </a:xfrm>
                  </p:grpSpPr>
                  <p:cxnSp>
                    <p:nvCxnSpPr>
                      <p:cNvPr id="118" name="Straight Connector 117">
                        <a:extLst>
                          <a:ext uri="{FF2B5EF4-FFF2-40B4-BE49-F238E27FC236}">
                            <a16:creationId xmlns:a16="http://schemas.microsoft.com/office/drawing/2014/main" id="{E248E133-B0E9-C396-2768-E34873417D2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94655" y="212271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" name="Straight Connector 118">
                        <a:extLst>
                          <a:ext uri="{FF2B5EF4-FFF2-40B4-BE49-F238E27FC236}">
                            <a16:creationId xmlns:a16="http://schemas.microsoft.com/office/drawing/2014/main" id="{E9680B70-4AC1-4807-D443-C10461554B7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9182" y="1306286"/>
                        <a:ext cx="370122" cy="81642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Straight Connector 119">
                        <a:extLst>
                          <a:ext uri="{FF2B5EF4-FFF2-40B4-BE49-F238E27FC236}">
                            <a16:creationId xmlns:a16="http://schemas.microsoft.com/office/drawing/2014/main" id="{67E942BA-D68A-A0BE-48D6-C20EE18520B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801006" y="1306282"/>
                        <a:ext cx="376763" cy="8001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Straight Connector 120">
                        <a:extLst>
                          <a:ext uri="{FF2B5EF4-FFF2-40B4-BE49-F238E27FC236}">
                            <a16:creationId xmlns:a16="http://schemas.microsoft.com/office/drawing/2014/main" id="{F27A2677-9380-0597-D215-00664119B71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03726" y="171268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" name="Straight Connector 121">
                        <a:extLst>
                          <a:ext uri="{FF2B5EF4-FFF2-40B4-BE49-F238E27FC236}">
                            <a16:creationId xmlns:a16="http://schemas.microsoft.com/office/drawing/2014/main" id="{8B16E6EC-1BC3-19F4-F2B0-9182463C7B1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306282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Straight Connector 122">
                        <a:extLst>
                          <a:ext uri="{FF2B5EF4-FFF2-40B4-BE49-F238E27FC236}">
                            <a16:creationId xmlns:a16="http://schemas.microsoft.com/office/drawing/2014/main" id="{E536FD15-605F-740C-B2A0-340EC739EAC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712684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Straight Connector 123">
                        <a:extLst>
                          <a:ext uri="{FF2B5EF4-FFF2-40B4-BE49-F238E27FC236}">
                            <a16:creationId xmlns:a16="http://schemas.microsoft.com/office/drawing/2014/main" id="{09CC202B-CA1C-37C8-B681-A25EB0F83FE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2538" y="171450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5" name="Straight Connector 124">
                        <a:extLst>
                          <a:ext uri="{FF2B5EF4-FFF2-40B4-BE49-F238E27FC236}">
                            <a16:creationId xmlns:a16="http://schemas.microsoft.com/office/drawing/2014/main" id="{CAD15715-6606-F112-A572-9D3025DCAE3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6471" y="129782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E14ABA59-5E78-B97F-BB68-D89CF169F23D}"/>
                      </a:ext>
                    </a:extLst>
                  </p:cNvPr>
                  <p:cNvGrpSpPr/>
                  <p:nvPr/>
                </p:nvGrpSpPr>
                <p:grpSpPr>
                  <a:xfrm>
                    <a:off x="7123640" y="1619548"/>
                    <a:ext cx="394001" cy="825193"/>
                    <a:chOff x="792538" y="1297821"/>
                    <a:chExt cx="394001" cy="825193"/>
                  </a:xfrm>
                </p:grpSpPr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A903B935-62CB-A432-D360-3F8CB0B4A23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4655" y="1306286"/>
                      <a:ext cx="3810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28" name="Group 127">
                      <a:extLst>
                        <a:ext uri="{FF2B5EF4-FFF2-40B4-BE49-F238E27FC236}">
                          <a16:creationId xmlns:a16="http://schemas.microsoft.com/office/drawing/2014/main" id="{4F68BC20-FA19-0E70-41FD-AE128705AA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2538" y="1297821"/>
                      <a:ext cx="394001" cy="825193"/>
                      <a:chOff x="792538" y="1297821"/>
                      <a:chExt cx="394001" cy="825193"/>
                    </a:xfrm>
                  </p:grpSpPr>
                  <p:cxnSp>
                    <p:nvCxnSpPr>
                      <p:cNvPr id="129" name="Straight Connector 128">
                        <a:extLst>
                          <a:ext uri="{FF2B5EF4-FFF2-40B4-BE49-F238E27FC236}">
                            <a16:creationId xmlns:a16="http://schemas.microsoft.com/office/drawing/2014/main" id="{3050E05D-0BEC-856E-F4AD-71502461664E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94655" y="212271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0" name="Straight Connector 129">
                        <a:extLst>
                          <a:ext uri="{FF2B5EF4-FFF2-40B4-BE49-F238E27FC236}">
                            <a16:creationId xmlns:a16="http://schemas.microsoft.com/office/drawing/2014/main" id="{1B9C19F2-CE07-ABA4-3EF4-E3966BA147A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9182" y="1306286"/>
                        <a:ext cx="370122" cy="81642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Straight Connector 130">
                        <a:extLst>
                          <a:ext uri="{FF2B5EF4-FFF2-40B4-BE49-F238E27FC236}">
                            <a16:creationId xmlns:a16="http://schemas.microsoft.com/office/drawing/2014/main" id="{32CFF1F5-46DE-3AC4-AF27-B8AE1A08D89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801006" y="1306282"/>
                        <a:ext cx="376763" cy="8001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Straight Connector 131">
                        <a:extLst>
                          <a:ext uri="{FF2B5EF4-FFF2-40B4-BE49-F238E27FC236}">
                            <a16:creationId xmlns:a16="http://schemas.microsoft.com/office/drawing/2014/main" id="{90A5EF39-7398-7818-B9A2-7E3469A5F60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03726" y="1712684"/>
                        <a:ext cx="3810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3" name="Straight Connector 132">
                        <a:extLst>
                          <a:ext uri="{FF2B5EF4-FFF2-40B4-BE49-F238E27FC236}">
                            <a16:creationId xmlns:a16="http://schemas.microsoft.com/office/drawing/2014/main" id="{5060E8F3-4B48-C8FD-347D-C581AD14198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306282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4" name="Straight Connector 133">
                        <a:extLst>
                          <a:ext uri="{FF2B5EF4-FFF2-40B4-BE49-F238E27FC236}">
                            <a16:creationId xmlns:a16="http://schemas.microsoft.com/office/drawing/2014/main" id="{2CDD60F2-6811-7DB9-3A07-5DE7FBF1B2C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94655" y="1712684"/>
                        <a:ext cx="380997" cy="40640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5" name="Straight Connector 134">
                        <a:extLst>
                          <a:ext uri="{FF2B5EF4-FFF2-40B4-BE49-F238E27FC236}">
                            <a16:creationId xmlns:a16="http://schemas.microsoft.com/office/drawing/2014/main" id="{9B41DCAE-1C3D-F6CD-120A-33AF2B8CF2C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2538" y="171450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6" name="Straight Connector 135">
                        <a:extLst>
                          <a:ext uri="{FF2B5EF4-FFF2-40B4-BE49-F238E27FC236}">
                            <a16:creationId xmlns:a16="http://schemas.microsoft.com/office/drawing/2014/main" id="{10F02315-23F3-AF98-2050-9E0F7929413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96471" y="1297821"/>
                        <a:ext cx="390068" cy="4085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1ABA36EB-4CEA-CFA4-1E48-ED5A4DA2AC14}"/>
                    </a:ext>
                  </a:extLst>
                </p:cNvPr>
                <p:cNvSpPr/>
                <p:nvPr/>
              </p:nvSpPr>
              <p:spPr>
                <a:xfrm>
                  <a:off x="996563" y="836881"/>
                  <a:ext cx="425666" cy="42566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 anchorCtr="0"/>
                <a:lstStyle/>
                <a:p>
                  <a:pPr algn="ctr"/>
                  <a:r>
                    <a:rPr lang="en-CA" b="1" i="1" dirty="0">
                      <a:solidFill>
                        <a:schemeClr val="bg1"/>
                      </a:solidFill>
                      <a:latin typeface="Fira Sans" panose="020B0503050000020004" pitchFamily="34" charset="0"/>
                      <a:ea typeface="Fira Math" panose="02000503000000000000" pitchFamily="50" charset="0"/>
                    </a:rPr>
                    <a:t>z</a:t>
                  </a:r>
                </a:p>
              </p:txBody>
            </p:sp>
            <p:cxnSp>
              <p:nvCxnSpPr>
                <p:cNvPr id="143" name="Straight Arrow Connector 142">
                  <a:extLst>
                    <a:ext uri="{FF2B5EF4-FFF2-40B4-BE49-F238E27FC236}">
                      <a16:creationId xmlns:a16="http://schemas.microsoft.com/office/drawing/2014/main" id="{0910EBC0-408F-6531-FA7A-6DAE27A271CC}"/>
                    </a:ext>
                  </a:extLst>
                </p:cNvPr>
                <p:cNvCxnSpPr>
                  <a:cxnSpLocks/>
                  <a:endCxn id="4" idx="1"/>
                </p:cNvCxnSpPr>
                <p:nvPr/>
              </p:nvCxnSpPr>
              <p:spPr>
                <a:xfrm>
                  <a:off x="1339760" y="1824564"/>
                  <a:ext cx="471710" cy="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Arrow Connector 145">
                  <a:extLst>
                    <a:ext uri="{FF2B5EF4-FFF2-40B4-BE49-F238E27FC236}">
                      <a16:creationId xmlns:a16="http://schemas.microsoft.com/office/drawing/2014/main" id="{ED46E418-8AD3-EEFB-6F02-F0ECD69875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48982" y="1833031"/>
                  <a:ext cx="471710" cy="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2" name="Connector: Elbow 151">
                <a:extLst>
                  <a:ext uri="{FF2B5EF4-FFF2-40B4-BE49-F238E27FC236}">
                    <a16:creationId xmlns:a16="http://schemas.microsoft.com/office/drawing/2014/main" id="{E92C49F8-4C9C-7B67-6CAF-596815E736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4873" y="1824564"/>
                <a:ext cx="7733689" cy="928261"/>
              </a:xfrm>
              <a:prstGeom prst="bentConnector3">
                <a:avLst>
                  <a:gd name="adj1" fmla="val -3103"/>
                </a:avLst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873FD6D0-A3DE-2CB3-F5B8-5BFEBF29F6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873" y="2746475"/>
                <a:ext cx="0" cy="49816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62D123D1-D23E-CF88-E2BC-359AF4C62740}"/>
                </a:ext>
              </a:extLst>
            </p:cNvPr>
            <p:cNvGrpSpPr/>
            <p:nvPr/>
          </p:nvGrpSpPr>
          <p:grpSpPr>
            <a:xfrm>
              <a:off x="4604086" y="2811946"/>
              <a:ext cx="402890" cy="383153"/>
              <a:chOff x="4235116" y="3214838"/>
              <a:chExt cx="797297" cy="779646"/>
            </a:xfrm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6583EC17-626E-8AC7-B7E3-1E60CF20C2ED}"/>
                  </a:ext>
                </a:extLst>
              </p:cNvPr>
              <p:cNvSpPr/>
              <p:nvPr/>
            </p:nvSpPr>
            <p:spPr>
              <a:xfrm>
                <a:off x="4235116" y="3214838"/>
                <a:ext cx="789271" cy="7796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68932673-F89E-A8C7-E003-13F0D011D70F}"/>
                  </a:ext>
                </a:extLst>
              </p:cNvPr>
              <p:cNvCxnSpPr/>
              <p:nvPr/>
            </p:nvCxnSpPr>
            <p:spPr>
              <a:xfrm>
                <a:off x="4423690" y="3214838"/>
                <a:ext cx="0" cy="7796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31DF0F09-1FC5-FDC1-6498-FD292494A4CA}"/>
                  </a:ext>
                </a:extLst>
              </p:cNvPr>
              <p:cNvCxnSpPr/>
              <p:nvPr/>
            </p:nvCxnSpPr>
            <p:spPr>
              <a:xfrm>
                <a:off x="4632832" y="3214838"/>
                <a:ext cx="0" cy="7796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576EEE3B-03AA-1674-0478-BB3F6F9028C5}"/>
                  </a:ext>
                </a:extLst>
              </p:cNvPr>
              <p:cNvCxnSpPr/>
              <p:nvPr/>
            </p:nvCxnSpPr>
            <p:spPr>
              <a:xfrm>
                <a:off x="4835823" y="3214838"/>
                <a:ext cx="0" cy="7796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912C3363-E7AC-DAEE-2986-AC5EAA6735E8}"/>
                  </a:ext>
                </a:extLst>
              </p:cNvPr>
              <p:cNvCxnSpPr/>
              <p:nvPr/>
            </p:nvCxnSpPr>
            <p:spPr>
              <a:xfrm>
                <a:off x="4243142" y="3407343"/>
                <a:ext cx="7892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E968E6F0-1950-898A-5528-F90B9C3598EA}"/>
                  </a:ext>
                </a:extLst>
              </p:cNvPr>
              <p:cNvCxnSpPr/>
              <p:nvPr/>
            </p:nvCxnSpPr>
            <p:spPr>
              <a:xfrm>
                <a:off x="4243142" y="3606264"/>
                <a:ext cx="7892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55E77E7C-375E-FB56-FAD4-25CEA1763973}"/>
                  </a:ext>
                </a:extLst>
              </p:cNvPr>
              <p:cNvCxnSpPr/>
              <p:nvPr/>
            </p:nvCxnSpPr>
            <p:spPr>
              <a:xfrm>
                <a:off x="4243142" y="3810000"/>
                <a:ext cx="7892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0E1E450D-5EA0-84C8-2DFA-637798B38E24}"/>
                </a:ext>
              </a:extLst>
            </p:cNvPr>
            <p:cNvSpPr/>
            <p:nvPr/>
          </p:nvSpPr>
          <p:spPr>
            <a:xfrm>
              <a:off x="4094651" y="3399139"/>
              <a:ext cx="1424322" cy="4722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F240729-8D8E-D260-8921-B91CD3DEDCED}"/>
                </a:ext>
              </a:extLst>
            </p:cNvPr>
            <p:cNvGrpSpPr/>
            <p:nvPr/>
          </p:nvGrpSpPr>
          <p:grpSpPr>
            <a:xfrm>
              <a:off x="4238289" y="3487686"/>
              <a:ext cx="309492" cy="295159"/>
              <a:chOff x="4222044" y="3214838"/>
              <a:chExt cx="802343" cy="779646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83ED5956-0869-8412-9CE4-115C14BA30BE}"/>
                  </a:ext>
                </a:extLst>
              </p:cNvPr>
              <p:cNvSpPr/>
              <p:nvPr/>
            </p:nvSpPr>
            <p:spPr>
              <a:xfrm>
                <a:off x="4235116" y="3214838"/>
                <a:ext cx="789271" cy="7796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26BB33F5-3383-3D25-7AFB-B9FCE8C23FE8}"/>
                  </a:ext>
                </a:extLst>
              </p:cNvPr>
              <p:cNvCxnSpPr/>
              <p:nvPr/>
            </p:nvCxnSpPr>
            <p:spPr>
              <a:xfrm>
                <a:off x="4498261" y="3214838"/>
                <a:ext cx="0" cy="7796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E47A6282-E95E-8A6E-B0A9-9497052468F9}"/>
                  </a:ext>
                </a:extLst>
              </p:cNvPr>
              <p:cNvCxnSpPr/>
              <p:nvPr/>
            </p:nvCxnSpPr>
            <p:spPr>
              <a:xfrm>
                <a:off x="4222044" y="3480687"/>
                <a:ext cx="7892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E9C284B1-DC04-5101-993C-E836C2D64B76}"/>
                  </a:ext>
                </a:extLst>
              </p:cNvPr>
              <p:cNvCxnSpPr/>
              <p:nvPr/>
            </p:nvCxnSpPr>
            <p:spPr>
              <a:xfrm>
                <a:off x="4235116" y="3723614"/>
                <a:ext cx="7892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E858E694-9466-1219-097E-F3FADDFB8B22}"/>
                  </a:ext>
                </a:extLst>
              </p:cNvPr>
              <p:cNvCxnSpPr/>
              <p:nvPr/>
            </p:nvCxnSpPr>
            <p:spPr>
              <a:xfrm>
                <a:off x="4765900" y="3214838"/>
                <a:ext cx="0" cy="7796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BB1B8764-DE7E-C3BE-F69F-1EC16E243228}"/>
                </a:ext>
              </a:extLst>
            </p:cNvPr>
            <p:cNvGrpSpPr/>
            <p:nvPr/>
          </p:nvGrpSpPr>
          <p:grpSpPr>
            <a:xfrm>
              <a:off x="5029946" y="3487686"/>
              <a:ext cx="309492" cy="295159"/>
              <a:chOff x="4222044" y="3214838"/>
              <a:chExt cx="802343" cy="779646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57FDDEA7-12C5-6428-17A8-6F63EACEF947}"/>
                  </a:ext>
                </a:extLst>
              </p:cNvPr>
              <p:cNvSpPr/>
              <p:nvPr/>
            </p:nvSpPr>
            <p:spPr>
              <a:xfrm>
                <a:off x="4235116" y="3214838"/>
                <a:ext cx="789271" cy="7796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ACB35836-4CDD-E8F8-0E3E-62B343ED6052}"/>
                  </a:ext>
                </a:extLst>
              </p:cNvPr>
              <p:cNvCxnSpPr/>
              <p:nvPr/>
            </p:nvCxnSpPr>
            <p:spPr>
              <a:xfrm>
                <a:off x="4506695" y="3214838"/>
                <a:ext cx="0" cy="7796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34F78683-C890-BFA1-67FB-E534CD8C7058}"/>
                  </a:ext>
                </a:extLst>
              </p:cNvPr>
              <p:cNvCxnSpPr/>
              <p:nvPr/>
            </p:nvCxnSpPr>
            <p:spPr>
              <a:xfrm>
                <a:off x="4222044" y="3480687"/>
                <a:ext cx="7892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9A08EDC6-25C1-7ED2-D133-BD026129DB21}"/>
                  </a:ext>
                </a:extLst>
              </p:cNvPr>
              <p:cNvCxnSpPr/>
              <p:nvPr/>
            </p:nvCxnSpPr>
            <p:spPr>
              <a:xfrm>
                <a:off x="4235116" y="3723614"/>
                <a:ext cx="7892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DF7CBE50-DE97-61CC-22C3-3F10174CF1FD}"/>
                  </a:ext>
                </a:extLst>
              </p:cNvPr>
              <p:cNvCxnSpPr/>
              <p:nvPr/>
            </p:nvCxnSpPr>
            <p:spPr>
              <a:xfrm>
                <a:off x="4774339" y="3214838"/>
                <a:ext cx="0" cy="7796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0" name="Rectangle: Rounded Corners 189">
              <a:extLst>
                <a:ext uri="{FF2B5EF4-FFF2-40B4-BE49-F238E27FC236}">
                  <a16:creationId xmlns:a16="http://schemas.microsoft.com/office/drawing/2014/main" id="{77E42D03-6AF6-1411-B8EB-370871A0C432}"/>
                </a:ext>
              </a:extLst>
            </p:cNvPr>
            <p:cNvSpPr/>
            <p:nvPr/>
          </p:nvSpPr>
          <p:spPr>
            <a:xfrm>
              <a:off x="3974339" y="3948658"/>
              <a:ext cx="1694259" cy="4722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DDE1C82B-E684-50AB-32C0-8B99C6C954B7}"/>
                </a:ext>
              </a:extLst>
            </p:cNvPr>
            <p:cNvGrpSpPr/>
            <p:nvPr/>
          </p:nvGrpSpPr>
          <p:grpSpPr>
            <a:xfrm>
              <a:off x="4244012" y="4037205"/>
              <a:ext cx="1096229" cy="295159"/>
              <a:chOff x="4118229" y="5310050"/>
              <a:chExt cx="1604000" cy="45000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7E2A2BDC-3973-E03B-7DB5-89D37DE0D3DA}"/>
                  </a:ext>
                </a:extLst>
              </p:cNvPr>
              <p:cNvSpPr/>
              <p:nvPr/>
            </p:nvSpPr>
            <p:spPr>
              <a:xfrm>
                <a:off x="4125574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BB27CB3D-DE12-E977-AFD0-5E03063609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34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017E5CBB-AF15-47CC-6835-AC0ADA3F4D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8229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95922EE6-5295-0FAC-755C-35198F8E74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5574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AD4F16F-518C-1148-56F5-15AA7FDC05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3813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71B1699D-98E5-A6BF-53AC-ADAE791057F5}"/>
                  </a:ext>
                </a:extLst>
              </p:cNvPr>
              <p:cNvSpPr/>
              <p:nvPr/>
            </p:nvSpPr>
            <p:spPr>
              <a:xfrm>
                <a:off x="5278750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9761858F-B720-8F1B-D55A-9B8C29E3DF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1346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FDA76ABE-B2F0-152C-CD10-D0AA08ECC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1405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03F0D1AB-EFA9-B1E6-D6CC-582A2BA711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8750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1849F304-5DD4-F9FA-E02C-D139BD5950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17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1" name="Rectangle: Rounded Corners 210">
              <a:extLst>
                <a:ext uri="{FF2B5EF4-FFF2-40B4-BE49-F238E27FC236}">
                  <a16:creationId xmlns:a16="http://schemas.microsoft.com/office/drawing/2014/main" id="{C39A10B9-4AE6-BC38-F9C5-D809EEFEF1BE}"/>
                </a:ext>
              </a:extLst>
            </p:cNvPr>
            <p:cNvSpPr/>
            <p:nvPr/>
          </p:nvSpPr>
          <p:spPr>
            <a:xfrm>
              <a:off x="3884069" y="4498177"/>
              <a:ext cx="1881741" cy="4722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F6014DC6-ABA6-3FBC-A7FF-ADE0B3C06C7C}"/>
                </a:ext>
              </a:extLst>
            </p:cNvPr>
            <p:cNvGrpSpPr/>
            <p:nvPr/>
          </p:nvGrpSpPr>
          <p:grpSpPr>
            <a:xfrm>
              <a:off x="4244012" y="4586724"/>
              <a:ext cx="1096229" cy="295159"/>
              <a:chOff x="4118229" y="5310050"/>
              <a:chExt cx="1604000" cy="450000"/>
            </a:xfrm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6EC298FE-8185-712D-27F9-46301B654089}"/>
                  </a:ext>
                </a:extLst>
              </p:cNvPr>
              <p:cNvSpPr/>
              <p:nvPr/>
            </p:nvSpPr>
            <p:spPr>
              <a:xfrm>
                <a:off x="4125574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3A3D2C20-7FFA-E07E-5AB8-A3778CA70E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34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81EBB02B-1F21-D5B8-B162-05309AD372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8229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8B79FCCA-B294-1F02-0462-9FA5E28ED5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5574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781FC10D-E8F4-5A18-F2D5-299591D7B8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3813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B6E91286-F225-3D13-42B2-1106E3ED62AE}"/>
                  </a:ext>
                </a:extLst>
              </p:cNvPr>
              <p:cNvSpPr/>
              <p:nvPr/>
            </p:nvSpPr>
            <p:spPr>
              <a:xfrm>
                <a:off x="5278750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FE2A11BE-B42E-C192-A410-B1CA8B1D75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1346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CABDCBF3-8D42-D882-8415-51E754770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1405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0E86BBCD-C68C-14C3-B62C-DC70F85B69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8750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8937FA7D-6850-C677-00A7-F136724CE7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17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3" name="Rectangle: Rounded Corners 222">
              <a:extLst>
                <a:ext uri="{FF2B5EF4-FFF2-40B4-BE49-F238E27FC236}">
                  <a16:creationId xmlns:a16="http://schemas.microsoft.com/office/drawing/2014/main" id="{9D0820C5-EBD1-797E-4365-783C781766C8}"/>
                </a:ext>
              </a:extLst>
            </p:cNvPr>
            <p:cNvSpPr/>
            <p:nvPr/>
          </p:nvSpPr>
          <p:spPr>
            <a:xfrm>
              <a:off x="3745012" y="5071075"/>
              <a:ext cx="2170818" cy="4722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F56C58FB-C00C-25B2-D792-4F17E2936463}"/>
                </a:ext>
              </a:extLst>
            </p:cNvPr>
            <p:cNvGrpSpPr/>
            <p:nvPr/>
          </p:nvGrpSpPr>
          <p:grpSpPr>
            <a:xfrm>
              <a:off x="4244012" y="5159622"/>
              <a:ext cx="1096229" cy="295159"/>
              <a:chOff x="4118229" y="5310050"/>
              <a:chExt cx="1604000" cy="450000"/>
            </a:xfrm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9E19E33C-9FC5-932A-392A-756C675929E8}"/>
                  </a:ext>
                </a:extLst>
              </p:cNvPr>
              <p:cNvSpPr/>
              <p:nvPr/>
            </p:nvSpPr>
            <p:spPr>
              <a:xfrm>
                <a:off x="4125574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3BFF78BA-FB1C-10C3-07BA-804E1C22D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34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92EA5000-5BF3-6DF3-A670-6AC2978CFE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8229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F945A193-E236-2973-7BE5-B404EC1AA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5574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AFF98AAE-5019-B221-828D-90357B578B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3813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D48E2BAF-8C27-F935-836D-989826D1318E}"/>
                  </a:ext>
                </a:extLst>
              </p:cNvPr>
              <p:cNvSpPr/>
              <p:nvPr/>
            </p:nvSpPr>
            <p:spPr>
              <a:xfrm>
                <a:off x="5278750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6AF785B5-C3A0-CEA4-6EE4-889BCE0F80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1346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C7AE835F-7831-3BE7-7C9C-B5314E7144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1405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F00AE6EA-26EA-4398-CF15-063F71812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8750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55FBD5E-03F0-CB3A-E254-C07F0EBC7C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17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5569893C-A7F9-B644-1DE3-87E150237DA0}"/>
                </a:ext>
              </a:extLst>
            </p:cNvPr>
            <p:cNvSpPr/>
            <p:nvPr/>
          </p:nvSpPr>
          <p:spPr>
            <a:xfrm>
              <a:off x="3646338" y="5647889"/>
              <a:ext cx="2394478" cy="4722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D0F5E0B3-975D-4371-6223-848FD3744DF8}"/>
                </a:ext>
              </a:extLst>
            </p:cNvPr>
            <p:cNvGrpSpPr/>
            <p:nvPr/>
          </p:nvGrpSpPr>
          <p:grpSpPr>
            <a:xfrm>
              <a:off x="4260484" y="5736436"/>
              <a:ext cx="1096229" cy="295159"/>
              <a:chOff x="4118229" y="5310050"/>
              <a:chExt cx="1604000" cy="450000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EE518D65-0768-BF07-A8A2-DBEE19CC7EF4}"/>
                  </a:ext>
                </a:extLst>
              </p:cNvPr>
              <p:cNvSpPr/>
              <p:nvPr/>
            </p:nvSpPr>
            <p:spPr>
              <a:xfrm>
                <a:off x="4125574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A7B46DF3-67FC-5CAC-22FF-E4890D4119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34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AF545202-5C65-5FF1-C226-D8E32D23AA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8229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1AD7B339-80EB-8135-419D-0F9EEC318D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5574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7A0A8BDD-3ED2-D60A-3199-B9F202071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3813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748AFB73-7CAB-ACD0-A22E-5417E773A5D9}"/>
                  </a:ext>
                </a:extLst>
              </p:cNvPr>
              <p:cNvSpPr/>
              <p:nvPr/>
            </p:nvSpPr>
            <p:spPr>
              <a:xfrm>
                <a:off x="5278750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399990F4-246A-EC86-8068-AC3C95BD1B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1346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C22FBF42-DFF1-B849-8149-01DC7A5272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1405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761D3414-8E42-1216-9B50-87664FE2C3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8750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76E3D8DB-93CC-B9D8-E435-36E998A089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17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98DD3FC5-F9BA-79F0-BBEC-AAEFAB1C0752}"/>
                </a:ext>
              </a:extLst>
            </p:cNvPr>
            <p:cNvSpPr/>
            <p:nvPr/>
          </p:nvSpPr>
          <p:spPr>
            <a:xfrm>
              <a:off x="3547665" y="6234514"/>
              <a:ext cx="2611560" cy="4722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D4F97E3E-69A8-003B-CE72-AC75D00EA8A4}"/>
                </a:ext>
              </a:extLst>
            </p:cNvPr>
            <p:cNvGrpSpPr/>
            <p:nvPr/>
          </p:nvGrpSpPr>
          <p:grpSpPr>
            <a:xfrm>
              <a:off x="4260484" y="6323061"/>
              <a:ext cx="1096229" cy="295159"/>
              <a:chOff x="4118229" y="5310050"/>
              <a:chExt cx="1604000" cy="450000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1FB276CA-4CB9-9282-FFB8-2E8211E9BE90}"/>
                  </a:ext>
                </a:extLst>
              </p:cNvPr>
              <p:cNvSpPr/>
              <p:nvPr/>
            </p:nvSpPr>
            <p:spPr>
              <a:xfrm>
                <a:off x="4125574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1BE996AE-4BAE-8CFE-02A1-7B16F0993D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34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52EAC00A-FABC-98C9-A62C-70221477E1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8229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5A34488C-915B-F01A-97AF-943F98FCF4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5574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54F3328F-868A-F740-C68B-D6411D7788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3813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CDCC1449-212C-DA80-7238-C4D49EC78135}"/>
                  </a:ext>
                </a:extLst>
              </p:cNvPr>
              <p:cNvSpPr/>
              <p:nvPr/>
            </p:nvSpPr>
            <p:spPr>
              <a:xfrm>
                <a:off x="5278750" y="5310050"/>
                <a:ext cx="443479" cy="45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E88CE4B2-DA18-4CA9-6A58-81B6197682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1346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6F05F3EF-32FB-264B-E68B-F377A9F21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1405" y="5463494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D219589A-4627-0716-3117-0E4BE58247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8750" y="5603708"/>
                <a:ext cx="4434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D493ED9D-113D-9FC7-750D-F5930F77E4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1731" y="5310050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2E544B9-21F6-DCEE-8793-D29A44B82BF5}"/>
                </a:ext>
              </a:extLst>
            </p:cNvPr>
            <p:cNvCxnSpPr>
              <a:cxnSpLocks/>
              <a:endCxn id="169" idx="1"/>
            </p:cNvCxnSpPr>
            <p:nvPr/>
          </p:nvCxnSpPr>
          <p:spPr>
            <a:xfrm>
              <a:off x="1601289" y="3635266"/>
              <a:ext cx="24933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A2E70ECF-4953-29BB-F27D-61542BBEF914}"/>
                </a:ext>
              </a:extLst>
            </p:cNvPr>
            <p:cNvCxnSpPr>
              <a:cxnSpLocks/>
              <a:endCxn id="190" idx="1"/>
            </p:cNvCxnSpPr>
            <p:nvPr/>
          </p:nvCxnSpPr>
          <p:spPr>
            <a:xfrm>
              <a:off x="1601289" y="4184785"/>
              <a:ext cx="237305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84EF7027-79C2-97D0-89FD-D712C9DAD15D}"/>
                </a:ext>
              </a:extLst>
            </p:cNvPr>
            <p:cNvCxnSpPr>
              <a:cxnSpLocks/>
              <a:endCxn id="211" idx="1"/>
            </p:cNvCxnSpPr>
            <p:nvPr/>
          </p:nvCxnSpPr>
          <p:spPr>
            <a:xfrm>
              <a:off x="1601289" y="4734305"/>
              <a:ext cx="22827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92C0F2A6-C26F-21AC-C4CA-5FC934427ABF}"/>
                </a:ext>
              </a:extLst>
            </p:cNvPr>
            <p:cNvCxnSpPr>
              <a:cxnSpLocks/>
              <a:endCxn id="223" idx="1"/>
            </p:cNvCxnSpPr>
            <p:nvPr/>
          </p:nvCxnSpPr>
          <p:spPr>
            <a:xfrm>
              <a:off x="1601289" y="5307202"/>
              <a:ext cx="21437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C35861F5-983C-A049-B480-5EF2B33A29D2}"/>
                </a:ext>
              </a:extLst>
            </p:cNvPr>
            <p:cNvCxnSpPr>
              <a:cxnSpLocks/>
              <a:endCxn id="235" idx="1"/>
            </p:cNvCxnSpPr>
            <p:nvPr/>
          </p:nvCxnSpPr>
          <p:spPr>
            <a:xfrm flipV="1">
              <a:off x="1601289" y="5884016"/>
              <a:ext cx="2045049" cy="48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2" name="Straight Arrow Connector 301">
              <a:extLst>
                <a:ext uri="{FF2B5EF4-FFF2-40B4-BE49-F238E27FC236}">
                  <a16:creationId xmlns:a16="http://schemas.microsoft.com/office/drawing/2014/main" id="{74D51401-A035-A43F-9A94-961C556B91DD}"/>
                </a:ext>
              </a:extLst>
            </p:cNvPr>
            <p:cNvCxnSpPr>
              <a:cxnSpLocks/>
              <a:endCxn id="247" idx="1"/>
            </p:cNvCxnSpPr>
            <p:nvPr/>
          </p:nvCxnSpPr>
          <p:spPr>
            <a:xfrm>
              <a:off x="1601289" y="6470641"/>
              <a:ext cx="194637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0C74BA0A-3C8B-DEFC-4063-C0CE7543C191}"/>
                </a:ext>
              </a:extLst>
            </p:cNvPr>
            <p:cNvSpPr/>
            <p:nvPr/>
          </p:nvSpPr>
          <p:spPr>
            <a:xfrm>
              <a:off x="2623603" y="3517203"/>
              <a:ext cx="231004" cy="23612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F449A067-F3CE-7E28-F2AE-008F35FCD14B}"/>
                </a:ext>
              </a:extLst>
            </p:cNvPr>
            <p:cNvSpPr/>
            <p:nvPr/>
          </p:nvSpPr>
          <p:spPr>
            <a:xfrm>
              <a:off x="2623603" y="4066333"/>
              <a:ext cx="231004" cy="23612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AEDB7ECE-5E50-EF0D-2BB4-250962F08568}"/>
                </a:ext>
              </a:extLst>
            </p:cNvPr>
            <p:cNvSpPr/>
            <p:nvPr/>
          </p:nvSpPr>
          <p:spPr>
            <a:xfrm>
              <a:off x="2623603" y="4600204"/>
              <a:ext cx="231004" cy="23612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BE1A0188-0BD3-5308-24D4-80AF403B2DB8}"/>
                </a:ext>
              </a:extLst>
            </p:cNvPr>
            <p:cNvSpPr/>
            <p:nvPr/>
          </p:nvSpPr>
          <p:spPr>
            <a:xfrm>
              <a:off x="2623603" y="5193056"/>
              <a:ext cx="231004" cy="23612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944C51FF-873A-EA7F-64F5-109FA5FB2E2F}"/>
                </a:ext>
              </a:extLst>
            </p:cNvPr>
            <p:cNvSpPr/>
            <p:nvPr/>
          </p:nvSpPr>
          <p:spPr>
            <a:xfrm>
              <a:off x="2623603" y="5765952"/>
              <a:ext cx="231004" cy="23612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576EB23B-C78F-EE42-BEC9-2AEAC4218807}"/>
                </a:ext>
              </a:extLst>
            </p:cNvPr>
            <p:cNvSpPr/>
            <p:nvPr/>
          </p:nvSpPr>
          <p:spPr>
            <a:xfrm>
              <a:off x="2623603" y="6347603"/>
              <a:ext cx="231004" cy="23612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6CB8358A-1C5D-25BA-6EB6-6BC0FDB831CD}"/>
                </a:ext>
              </a:extLst>
            </p:cNvPr>
            <p:cNvSpPr/>
            <p:nvPr/>
          </p:nvSpPr>
          <p:spPr>
            <a:xfrm>
              <a:off x="6775491" y="2667802"/>
              <a:ext cx="386403" cy="365760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 dirty="0"/>
            </a:p>
          </p:txBody>
        </p:sp>
        <p:cxnSp>
          <p:nvCxnSpPr>
            <p:cNvPr id="321" name="Connector: Elbow 320">
              <a:extLst>
                <a:ext uri="{FF2B5EF4-FFF2-40B4-BE49-F238E27FC236}">
                  <a16:creationId xmlns:a16="http://schemas.microsoft.com/office/drawing/2014/main" id="{47F8E75C-FF1D-60CC-35D5-124CB3159297}"/>
                </a:ext>
              </a:extLst>
            </p:cNvPr>
            <p:cNvCxnSpPr>
              <a:cxnSpLocks/>
              <a:stCxn id="319" idx="4"/>
              <a:endCxn id="247" idx="3"/>
            </p:cNvCxnSpPr>
            <p:nvPr/>
          </p:nvCxnSpPr>
          <p:spPr>
            <a:xfrm rot="5400000">
              <a:off x="4845420" y="4347367"/>
              <a:ext cx="3437079" cy="809468"/>
            </a:xfrm>
            <a:prstGeom prst="bentConnector2">
              <a:avLst/>
            </a:prstGeom>
            <a:ln w="19050"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3" name="Straight Arrow Connector 322">
              <a:extLst>
                <a:ext uri="{FF2B5EF4-FFF2-40B4-BE49-F238E27FC236}">
                  <a16:creationId xmlns:a16="http://schemas.microsoft.com/office/drawing/2014/main" id="{5DE4609C-A071-F398-1D8C-47C950997DEA}"/>
                </a:ext>
              </a:extLst>
            </p:cNvPr>
            <p:cNvCxnSpPr>
              <a:endCxn id="235" idx="3"/>
            </p:cNvCxnSpPr>
            <p:nvPr/>
          </p:nvCxnSpPr>
          <p:spPr>
            <a:xfrm flipH="1">
              <a:off x="6040816" y="5884014"/>
              <a:ext cx="937854" cy="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AD21D6A7-262C-6C85-9862-889B0196E701}"/>
                </a:ext>
              </a:extLst>
            </p:cNvPr>
            <p:cNvCxnSpPr>
              <a:endCxn id="223" idx="3"/>
            </p:cNvCxnSpPr>
            <p:nvPr/>
          </p:nvCxnSpPr>
          <p:spPr>
            <a:xfrm flipH="1">
              <a:off x="5915830" y="5307201"/>
              <a:ext cx="1062840" cy="1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7" name="Straight Arrow Connector 326">
              <a:extLst>
                <a:ext uri="{FF2B5EF4-FFF2-40B4-BE49-F238E27FC236}">
                  <a16:creationId xmlns:a16="http://schemas.microsoft.com/office/drawing/2014/main" id="{F0677C1B-0981-F0B9-B017-DE31CADCC312}"/>
                </a:ext>
              </a:extLst>
            </p:cNvPr>
            <p:cNvCxnSpPr>
              <a:endCxn id="211" idx="3"/>
            </p:cNvCxnSpPr>
            <p:nvPr/>
          </p:nvCxnSpPr>
          <p:spPr>
            <a:xfrm flipH="1">
              <a:off x="5765810" y="4734303"/>
              <a:ext cx="1212860" cy="1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9" name="Straight Arrow Connector 328">
              <a:extLst>
                <a:ext uri="{FF2B5EF4-FFF2-40B4-BE49-F238E27FC236}">
                  <a16:creationId xmlns:a16="http://schemas.microsoft.com/office/drawing/2014/main" id="{5D2D0707-5850-1A6F-7F32-EDC8D63077AE}"/>
                </a:ext>
              </a:extLst>
            </p:cNvPr>
            <p:cNvCxnSpPr>
              <a:cxnSpLocks/>
              <a:endCxn id="190" idx="3"/>
            </p:cNvCxnSpPr>
            <p:nvPr/>
          </p:nvCxnSpPr>
          <p:spPr>
            <a:xfrm flipH="1">
              <a:off x="5668598" y="4184785"/>
              <a:ext cx="131007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Arrow Connector 331">
              <a:extLst>
                <a:ext uri="{FF2B5EF4-FFF2-40B4-BE49-F238E27FC236}">
                  <a16:creationId xmlns:a16="http://schemas.microsoft.com/office/drawing/2014/main" id="{3B260FE8-140A-6595-4A45-3189D80C3D0B}"/>
                </a:ext>
              </a:extLst>
            </p:cNvPr>
            <p:cNvCxnSpPr>
              <a:endCxn id="169" idx="3"/>
            </p:cNvCxnSpPr>
            <p:nvPr/>
          </p:nvCxnSpPr>
          <p:spPr>
            <a:xfrm flipH="1">
              <a:off x="5518973" y="3635265"/>
              <a:ext cx="1459697" cy="1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34" name="Picture 333">
              <a:extLst>
                <a:ext uri="{FF2B5EF4-FFF2-40B4-BE49-F238E27FC236}">
                  <a16:creationId xmlns:a16="http://schemas.microsoft.com/office/drawing/2014/main" id="{279B3609-A4D1-83C5-7FE1-9402FA15E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3252" y="7180028"/>
              <a:ext cx="608400" cy="608400"/>
            </a:xfrm>
            <a:prstGeom prst="rect">
              <a:avLst/>
            </a:prstGeom>
          </p:spPr>
        </p:pic>
        <p:sp>
          <p:nvSpPr>
            <p:cNvPr id="335" name="Rectangle: Rounded Corners 334">
              <a:extLst>
                <a:ext uri="{FF2B5EF4-FFF2-40B4-BE49-F238E27FC236}">
                  <a16:creationId xmlns:a16="http://schemas.microsoft.com/office/drawing/2014/main" id="{B36544FC-8F82-EE33-FF0C-212767EA1132}"/>
                </a:ext>
              </a:extLst>
            </p:cNvPr>
            <p:cNvSpPr/>
            <p:nvPr/>
          </p:nvSpPr>
          <p:spPr>
            <a:xfrm>
              <a:off x="3052955" y="8070879"/>
              <a:ext cx="3588377" cy="83319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sp>
          <p:nvSpPr>
            <p:cNvPr id="336" name="Isosceles Triangle 335">
              <a:extLst>
                <a:ext uri="{FF2B5EF4-FFF2-40B4-BE49-F238E27FC236}">
                  <a16:creationId xmlns:a16="http://schemas.microsoft.com/office/drawing/2014/main" id="{04549DFE-B7CE-87F6-C9AB-CD54922A2F20}"/>
                </a:ext>
              </a:extLst>
            </p:cNvPr>
            <p:cNvSpPr/>
            <p:nvPr/>
          </p:nvSpPr>
          <p:spPr>
            <a:xfrm rot="16200000">
              <a:off x="3141186" y="8239231"/>
              <a:ext cx="587141" cy="49087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337" name="Group 336">
              <a:extLst>
                <a:ext uri="{FF2B5EF4-FFF2-40B4-BE49-F238E27FC236}">
                  <a16:creationId xmlns:a16="http://schemas.microsoft.com/office/drawing/2014/main" id="{AB5A5EB3-B512-F12F-0302-A15079110F35}"/>
                </a:ext>
              </a:extLst>
            </p:cNvPr>
            <p:cNvGrpSpPr/>
            <p:nvPr/>
          </p:nvGrpSpPr>
          <p:grpSpPr>
            <a:xfrm>
              <a:off x="3740865" y="8183014"/>
              <a:ext cx="602795" cy="608925"/>
              <a:chOff x="4235116" y="3214838"/>
              <a:chExt cx="789271" cy="779646"/>
            </a:xfrm>
          </p:grpSpPr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9BBD0BDB-D803-4DA7-E937-6FFC893C7C35}"/>
                  </a:ext>
                </a:extLst>
              </p:cNvPr>
              <p:cNvSpPr/>
              <p:nvPr/>
            </p:nvSpPr>
            <p:spPr>
              <a:xfrm>
                <a:off x="4235116" y="3214838"/>
                <a:ext cx="789271" cy="7796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99D50821-27E8-951C-5610-0B664B5449A7}"/>
                  </a:ext>
                </a:extLst>
              </p:cNvPr>
              <p:cNvCxnSpPr/>
              <p:nvPr/>
            </p:nvCxnSpPr>
            <p:spPr>
              <a:xfrm>
                <a:off x="4637667" y="3214838"/>
                <a:ext cx="0" cy="7796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0684D376-2F05-C91F-9243-09A5C38DB42F}"/>
                </a:ext>
              </a:extLst>
            </p:cNvPr>
            <p:cNvSpPr/>
            <p:nvPr/>
          </p:nvSpPr>
          <p:spPr>
            <a:xfrm rot="10800000">
              <a:off x="4439295" y="8455791"/>
              <a:ext cx="1020665" cy="327259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22000">
                  <a:schemeClr val="tx1">
                    <a:lumMod val="95000"/>
                    <a:lumOff val="5000"/>
                  </a:schemeClr>
                </a:gs>
                <a:gs pos="49000">
                  <a:schemeClr val="tx1">
                    <a:lumMod val="65000"/>
                    <a:lumOff val="35000"/>
                  </a:schemeClr>
                </a:gs>
                <a:gs pos="79000">
                  <a:schemeClr val="bg2"/>
                </a:gs>
              </a:gsLst>
              <a:lin ang="108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5543AD22-81FD-D19D-85DD-FB6B7B351DF3}"/>
                </a:ext>
              </a:extLst>
            </p:cNvPr>
            <p:cNvSpPr/>
            <p:nvPr/>
          </p:nvSpPr>
          <p:spPr>
            <a:xfrm>
              <a:off x="5572091" y="8191098"/>
              <a:ext cx="588998" cy="5871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5343487D-E67E-EC62-73FC-2C79595296E0}"/>
                </a:ext>
              </a:extLst>
            </p:cNvPr>
            <p:cNvSpPr/>
            <p:nvPr/>
          </p:nvSpPr>
          <p:spPr>
            <a:xfrm>
              <a:off x="5860826" y="8200722"/>
              <a:ext cx="588998" cy="5871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353" name="Straight Arrow Connector 352">
              <a:extLst>
                <a:ext uri="{FF2B5EF4-FFF2-40B4-BE49-F238E27FC236}">
                  <a16:creationId xmlns:a16="http://schemas.microsoft.com/office/drawing/2014/main" id="{B0FFB958-12B2-873B-0AC9-8C62A2479EAF}"/>
                </a:ext>
              </a:extLst>
            </p:cNvPr>
            <p:cNvCxnSpPr>
              <a:cxnSpLocks/>
              <a:stCxn id="158" idx="2"/>
              <a:endCxn id="169" idx="0"/>
            </p:cNvCxnSpPr>
            <p:nvPr/>
          </p:nvCxnSpPr>
          <p:spPr>
            <a:xfrm>
              <a:off x="4803503" y="3195099"/>
              <a:ext cx="3309" cy="2040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7" name="Straight Arrow Connector 356">
              <a:extLst>
                <a:ext uri="{FF2B5EF4-FFF2-40B4-BE49-F238E27FC236}">
                  <a16:creationId xmlns:a16="http://schemas.microsoft.com/office/drawing/2014/main" id="{3E045AEA-9A0F-7956-267C-E8E72D85C5BF}"/>
                </a:ext>
              </a:extLst>
            </p:cNvPr>
            <p:cNvCxnSpPr>
              <a:cxnSpLocks/>
              <a:stCxn id="247" idx="2"/>
              <a:endCxn id="334" idx="0"/>
            </p:cNvCxnSpPr>
            <p:nvPr/>
          </p:nvCxnSpPr>
          <p:spPr>
            <a:xfrm flipH="1">
              <a:off x="4847452" y="6706767"/>
              <a:ext cx="5993" cy="4732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Arrow Connector 360">
              <a:extLst>
                <a:ext uri="{FF2B5EF4-FFF2-40B4-BE49-F238E27FC236}">
                  <a16:creationId xmlns:a16="http://schemas.microsoft.com/office/drawing/2014/main" id="{87B76D6F-0792-B06E-8745-FD0B2CFE88FE}"/>
                </a:ext>
              </a:extLst>
            </p:cNvPr>
            <p:cNvCxnSpPr>
              <a:stCxn id="334" idx="2"/>
              <a:endCxn id="335" idx="0"/>
            </p:cNvCxnSpPr>
            <p:nvPr/>
          </p:nvCxnSpPr>
          <p:spPr>
            <a:xfrm flipH="1">
              <a:off x="4847144" y="7788428"/>
              <a:ext cx="308" cy="2824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2" name="Rectangle: Rounded Corners 361">
              <a:extLst>
                <a:ext uri="{FF2B5EF4-FFF2-40B4-BE49-F238E27FC236}">
                  <a16:creationId xmlns:a16="http://schemas.microsoft.com/office/drawing/2014/main" id="{6E69253B-C00E-7B97-5628-540B5ED318A0}"/>
                </a:ext>
              </a:extLst>
            </p:cNvPr>
            <p:cNvSpPr/>
            <p:nvPr/>
          </p:nvSpPr>
          <p:spPr>
            <a:xfrm>
              <a:off x="3056259" y="9396263"/>
              <a:ext cx="3588377" cy="238621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2B360EF2-C66C-DA13-9ADB-C242928688CA}"/>
                </a:ext>
              </a:extLst>
            </p:cNvPr>
            <p:cNvSpPr/>
            <p:nvPr/>
          </p:nvSpPr>
          <p:spPr>
            <a:xfrm>
              <a:off x="3659182" y="10506102"/>
              <a:ext cx="426674" cy="42333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BBE76D50-43F8-5F91-A083-973D9F463BA5}"/>
                </a:ext>
              </a:extLst>
            </p:cNvPr>
            <p:cNvSpPr/>
            <p:nvPr/>
          </p:nvSpPr>
          <p:spPr>
            <a:xfrm>
              <a:off x="3659182" y="9884430"/>
              <a:ext cx="426674" cy="42333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B1BA3442-BE61-2B4B-E6EF-F56BBA60C3DD}"/>
                </a:ext>
              </a:extLst>
            </p:cNvPr>
            <p:cNvSpPr/>
            <p:nvPr/>
          </p:nvSpPr>
          <p:spPr>
            <a:xfrm>
              <a:off x="3659182" y="11167130"/>
              <a:ext cx="426674" cy="42333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D0BC249B-9164-0F7F-0FEF-63D086E38915}"/>
                </a:ext>
              </a:extLst>
            </p:cNvPr>
            <p:cNvSpPr/>
            <p:nvPr/>
          </p:nvSpPr>
          <p:spPr>
            <a:xfrm>
              <a:off x="4629725" y="10506102"/>
              <a:ext cx="426674" cy="42333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DA7333D0-E4E3-394A-9131-F5B97991C551}"/>
                </a:ext>
              </a:extLst>
            </p:cNvPr>
            <p:cNvSpPr/>
            <p:nvPr/>
          </p:nvSpPr>
          <p:spPr>
            <a:xfrm>
              <a:off x="4629725" y="9884430"/>
              <a:ext cx="426674" cy="42333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DDE7F557-4EE4-B380-E5DB-4F419C7C8A99}"/>
                </a:ext>
              </a:extLst>
            </p:cNvPr>
            <p:cNvSpPr/>
            <p:nvPr/>
          </p:nvSpPr>
          <p:spPr>
            <a:xfrm>
              <a:off x="4627376" y="11169560"/>
              <a:ext cx="426674" cy="42333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2E2B9D10-B1E5-670F-DDB9-7DD45D31123F}"/>
                </a:ext>
              </a:extLst>
            </p:cNvPr>
            <p:cNvSpPr/>
            <p:nvPr/>
          </p:nvSpPr>
          <p:spPr>
            <a:xfrm>
              <a:off x="5793116" y="10506102"/>
              <a:ext cx="426674" cy="42333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CF01C650-FCC6-A046-C833-4D484CBC36BD}"/>
                </a:ext>
              </a:extLst>
            </p:cNvPr>
            <p:cNvCxnSpPr>
              <a:stCxn id="365" idx="6"/>
              <a:endCxn id="367" idx="2"/>
            </p:cNvCxnSpPr>
            <p:nvPr/>
          </p:nvCxnSpPr>
          <p:spPr>
            <a:xfrm flipV="1">
              <a:off x="4085856" y="10096097"/>
              <a:ext cx="543869" cy="128270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1FE79E98-9323-25EA-E715-465ADB95E8CC}"/>
                </a:ext>
              </a:extLst>
            </p:cNvPr>
            <p:cNvCxnSpPr>
              <a:stCxn id="363" idx="6"/>
              <a:endCxn id="367" idx="2"/>
            </p:cNvCxnSpPr>
            <p:nvPr/>
          </p:nvCxnSpPr>
          <p:spPr>
            <a:xfrm flipV="1">
              <a:off x="4085856" y="10096097"/>
              <a:ext cx="543869" cy="62167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C7025537-3E77-DBF9-AD17-3AEB2639412B}"/>
                </a:ext>
              </a:extLst>
            </p:cNvPr>
            <p:cNvCxnSpPr>
              <a:stCxn id="364" idx="6"/>
              <a:endCxn id="367" idx="2"/>
            </p:cNvCxnSpPr>
            <p:nvPr/>
          </p:nvCxnSpPr>
          <p:spPr>
            <a:xfrm>
              <a:off x="4085856" y="10096097"/>
              <a:ext cx="543869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9DD99FF5-67AE-AC50-90DD-1E0CBAE1AE6B}"/>
                </a:ext>
              </a:extLst>
            </p:cNvPr>
            <p:cNvCxnSpPr>
              <a:stCxn id="365" idx="6"/>
              <a:endCxn id="368" idx="2"/>
            </p:cNvCxnSpPr>
            <p:nvPr/>
          </p:nvCxnSpPr>
          <p:spPr>
            <a:xfrm>
              <a:off x="4085856" y="11378797"/>
              <a:ext cx="541520" cy="243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F3E2A866-78EE-3BE2-D1D6-90F7823EA521}"/>
                </a:ext>
              </a:extLst>
            </p:cNvPr>
            <p:cNvCxnSpPr>
              <a:stCxn id="364" idx="6"/>
              <a:endCxn id="366" idx="2"/>
            </p:cNvCxnSpPr>
            <p:nvPr/>
          </p:nvCxnSpPr>
          <p:spPr>
            <a:xfrm>
              <a:off x="4085856" y="10096097"/>
              <a:ext cx="543869" cy="62167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367C5876-A94D-1BC2-23DD-4F9FBF8204B1}"/>
                </a:ext>
              </a:extLst>
            </p:cNvPr>
            <p:cNvCxnSpPr>
              <a:stCxn id="363" idx="6"/>
              <a:endCxn id="368" idx="2"/>
            </p:cNvCxnSpPr>
            <p:nvPr/>
          </p:nvCxnSpPr>
          <p:spPr>
            <a:xfrm>
              <a:off x="4085856" y="10717769"/>
              <a:ext cx="541520" cy="66345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E984B413-D3FB-FA42-B393-9789EB76A4B9}"/>
                </a:ext>
              </a:extLst>
            </p:cNvPr>
            <p:cNvCxnSpPr>
              <a:stCxn id="366" idx="2"/>
              <a:endCxn id="365" idx="6"/>
            </p:cNvCxnSpPr>
            <p:nvPr/>
          </p:nvCxnSpPr>
          <p:spPr>
            <a:xfrm flipH="1">
              <a:off x="4085856" y="10717769"/>
              <a:ext cx="543869" cy="66102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2B959397-C7F3-7CB5-6A45-BCFBF86C5A68}"/>
                </a:ext>
              </a:extLst>
            </p:cNvPr>
            <p:cNvCxnSpPr>
              <a:stCxn id="364" idx="6"/>
              <a:endCxn id="368" idx="2"/>
            </p:cNvCxnSpPr>
            <p:nvPr/>
          </p:nvCxnSpPr>
          <p:spPr>
            <a:xfrm>
              <a:off x="4085856" y="10096097"/>
              <a:ext cx="541520" cy="128513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9D15BF00-3CAE-178D-C189-6107FD4263A2}"/>
                </a:ext>
              </a:extLst>
            </p:cNvPr>
            <p:cNvCxnSpPr>
              <a:stCxn id="367" idx="6"/>
              <a:endCxn id="369" idx="2"/>
            </p:cNvCxnSpPr>
            <p:nvPr/>
          </p:nvCxnSpPr>
          <p:spPr>
            <a:xfrm>
              <a:off x="5056399" y="10096097"/>
              <a:ext cx="736717" cy="62167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1D5A39AA-03FF-4970-28D1-F6651DCF4A96}"/>
                </a:ext>
              </a:extLst>
            </p:cNvPr>
            <p:cNvCxnSpPr>
              <a:stCxn id="368" idx="6"/>
              <a:endCxn id="369" idx="2"/>
            </p:cNvCxnSpPr>
            <p:nvPr/>
          </p:nvCxnSpPr>
          <p:spPr>
            <a:xfrm flipV="1">
              <a:off x="5054050" y="10717769"/>
              <a:ext cx="739066" cy="66345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E9FA8850-2C48-AE18-0E61-BE42B37D3EB6}"/>
                </a:ext>
              </a:extLst>
            </p:cNvPr>
            <p:cNvCxnSpPr>
              <a:stCxn id="366" idx="6"/>
              <a:endCxn id="369" idx="2"/>
            </p:cNvCxnSpPr>
            <p:nvPr/>
          </p:nvCxnSpPr>
          <p:spPr>
            <a:xfrm>
              <a:off x="5056399" y="10717769"/>
              <a:ext cx="736717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3" name="Connector: Elbow 392">
              <a:extLst>
                <a:ext uri="{FF2B5EF4-FFF2-40B4-BE49-F238E27FC236}">
                  <a16:creationId xmlns:a16="http://schemas.microsoft.com/office/drawing/2014/main" id="{734C329E-85D7-6BFD-51A5-61A0706127A6}"/>
                </a:ext>
              </a:extLst>
            </p:cNvPr>
            <p:cNvCxnSpPr>
              <a:cxnSpLocks/>
              <a:stCxn id="335" idx="2"/>
              <a:endCxn id="362" idx="1"/>
            </p:cNvCxnSpPr>
            <p:nvPr/>
          </p:nvCxnSpPr>
          <p:spPr>
            <a:xfrm rot="5400000">
              <a:off x="3109055" y="8851282"/>
              <a:ext cx="1685295" cy="1790885"/>
            </a:xfrm>
            <a:prstGeom prst="bentConnector4">
              <a:avLst>
                <a:gd name="adj1" fmla="val 14602"/>
                <a:gd name="adj2" fmla="val 11276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9" name="Arc 398">
              <a:extLst>
                <a:ext uri="{FF2B5EF4-FFF2-40B4-BE49-F238E27FC236}">
                  <a16:creationId xmlns:a16="http://schemas.microsoft.com/office/drawing/2014/main" id="{F261FABA-90ED-1BD3-5648-E06D132E26C2}"/>
                </a:ext>
              </a:extLst>
            </p:cNvPr>
            <p:cNvSpPr/>
            <p:nvPr/>
          </p:nvSpPr>
          <p:spPr>
            <a:xfrm rot="5185873">
              <a:off x="6182225" y="10233400"/>
              <a:ext cx="914400" cy="894676"/>
            </a:xfrm>
            <a:prstGeom prst="arc">
              <a:avLst>
                <a:gd name="adj1" fmla="val 10959779"/>
                <a:gd name="adj2" fmla="val 0"/>
              </a:avLst>
            </a:prstGeom>
            <a:ln>
              <a:solidFill>
                <a:schemeClr val="tx1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401" name="Picture 400">
              <a:extLst>
                <a:ext uri="{FF2B5EF4-FFF2-40B4-BE49-F238E27FC236}">
                  <a16:creationId xmlns:a16="http://schemas.microsoft.com/office/drawing/2014/main" id="{6713C3D7-A215-48BA-37D9-7D4310ADC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8353" y="8841510"/>
              <a:ext cx="608400" cy="608400"/>
            </a:xfrm>
            <a:prstGeom prst="rect">
              <a:avLst/>
            </a:prstGeom>
          </p:spPr>
        </p:pic>
        <p:cxnSp>
          <p:nvCxnSpPr>
            <p:cNvPr id="403" name="Connector: Elbow 402">
              <a:extLst>
                <a:ext uri="{FF2B5EF4-FFF2-40B4-BE49-F238E27FC236}">
                  <a16:creationId xmlns:a16="http://schemas.microsoft.com/office/drawing/2014/main" id="{B1D0D508-3C60-2255-C906-C61C609E02AC}"/>
                </a:ext>
              </a:extLst>
            </p:cNvPr>
            <p:cNvCxnSpPr>
              <a:stCxn id="401" idx="2"/>
            </p:cNvCxnSpPr>
            <p:nvPr/>
          </p:nvCxnSpPr>
          <p:spPr>
            <a:xfrm rot="5400000">
              <a:off x="6727725" y="9363518"/>
              <a:ext cx="588436" cy="76122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4" name="Arc 403">
              <a:extLst>
                <a:ext uri="{FF2B5EF4-FFF2-40B4-BE49-F238E27FC236}">
                  <a16:creationId xmlns:a16="http://schemas.microsoft.com/office/drawing/2014/main" id="{F218D6C8-3D81-C735-E8E8-04B8ADD52FB2}"/>
                </a:ext>
              </a:extLst>
            </p:cNvPr>
            <p:cNvSpPr/>
            <p:nvPr/>
          </p:nvSpPr>
          <p:spPr>
            <a:xfrm rot="10018774">
              <a:off x="1397749" y="6501875"/>
              <a:ext cx="2268809" cy="4750263"/>
            </a:xfrm>
            <a:prstGeom prst="arc">
              <a:avLst>
                <a:gd name="adj1" fmla="val 16200000"/>
                <a:gd name="adj2" fmla="val 5830581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05" name="Arc 404">
              <a:extLst>
                <a:ext uri="{FF2B5EF4-FFF2-40B4-BE49-F238E27FC236}">
                  <a16:creationId xmlns:a16="http://schemas.microsoft.com/office/drawing/2014/main" id="{AEFA6650-3628-2534-9D33-A9683FB43023}"/>
                </a:ext>
              </a:extLst>
            </p:cNvPr>
            <p:cNvSpPr/>
            <p:nvPr/>
          </p:nvSpPr>
          <p:spPr>
            <a:xfrm rot="442598">
              <a:off x="6021427" y="3869691"/>
              <a:ext cx="2422172" cy="4750263"/>
            </a:xfrm>
            <a:prstGeom prst="arc">
              <a:avLst>
                <a:gd name="adj1" fmla="val 16200000"/>
                <a:gd name="adj2" fmla="val 5830581"/>
              </a:avLst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3C04A4CB-C5A6-B86C-C69C-412D101D0145}"/>
                </a:ext>
              </a:extLst>
            </p:cNvPr>
            <p:cNvSpPr txBox="1"/>
            <p:nvPr/>
          </p:nvSpPr>
          <p:spPr>
            <a:xfrm>
              <a:off x="1272719" y="297762"/>
              <a:ext cx="904775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Latent</a:t>
              </a:r>
            </a:p>
          </p:txBody>
        </p:sp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8D3E7CD9-BFE0-2C5F-8A9F-CFEC06BD4CBF}"/>
                </a:ext>
              </a:extLst>
            </p:cNvPr>
            <p:cNvSpPr txBox="1"/>
            <p:nvPr/>
          </p:nvSpPr>
          <p:spPr>
            <a:xfrm>
              <a:off x="7706753" y="672943"/>
              <a:ext cx="17452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Intermediate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latent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E533ECB9-FFB4-5320-873A-38BB4497D05C}"/>
                </a:ext>
              </a:extLst>
            </p:cNvPr>
            <p:cNvSpPr txBox="1"/>
            <p:nvPr/>
          </p:nvSpPr>
          <p:spPr>
            <a:xfrm>
              <a:off x="4413902" y="480022"/>
              <a:ext cx="904775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b="1" dirty="0">
                  <a:latin typeface="Fira Sans" panose="020B0503050000020004" pitchFamily="34" charset="0"/>
                </a:rPr>
                <a:t>(</a:t>
              </a:r>
              <a:r>
                <a:rPr lang="en-CA" sz="800" b="1" dirty="0">
                  <a:latin typeface="Fira Sans" panose="020B0503050000020004" pitchFamily="34" charset="0"/>
                </a:rPr>
                <a:t> </a:t>
              </a:r>
              <a:r>
                <a:rPr lang="en-CA" b="1" i="1" dirty="0">
                  <a:latin typeface="Fira Sans" panose="020B0503050000020004" pitchFamily="34" charset="0"/>
                </a:rPr>
                <a:t>f</a:t>
              </a:r>
              <a:r>
                <a:rPr lang="en-CA" sz="500" b="1" i="1" dirty="0">
                  <a:latin typeface="Fira Sans" panose="020B0503050000020004" pitchFamily="34" charset="0"/>
                </a:rPr>
                <a:t>  </a:t>
              </a:r>
              <a:r>
                <a:rPr lang="en-CA" b="1" dirty="0">
                  <a:latin typeface="Fira Sans" panose="020B0503050000020004" pitchFamily="34" charset="0"/>
                </a:rPr>
                <a:t>)</a:t>
              </a:r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4976877B-90A3-6DFB-5C70-7FAD8D0AA22E}"/>
                </a:ext>
              </a:extLst>
            </p:cNvPr>
            <p:cNvSpPr/>
            <p:nvPr/>
          </p:nvSpPr>
          <p:spPr>
            <a:xfrm>
              <a:off x="1545106" y="1285121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/>
            <a:lstStyle/>
            <a:p>
              <a:pPr algn="ctr"/>
              <a:r>
                <a:rPr lang="en-CA" sz="2400" b="1" i="1" dirty="0">
                  <a:latin typeface="Fira Sans" panose="020B0503050000020004" pitchFamily="34" charset="0"/>
                  <a:ea typeface="Fira Math" panose="02000503000000000000" pitchFamily="50" charset="0"/>
                </a:rPr>
                <a:t>ẑ</a:t>
              </a:r>
              <a:endParaRPr lang="en-CA" b="1" i="1" dirty="0">
                <a:solidFill>
                  <a:schemeClr val="bg1"/>
                </a:solidFill>
                <a:latin typeface="Fira Sans" panose="020B0503050000020004" pitchFamily="34" charset="0"/>
                <a:ea typeface="Fira Math" panose="02000503000000000000" pitchFamily="50" charset="0"/>
              </a:endParaRPr>
            </a:p>
          </p:txBody>
        </p:sp>
        <p:cxnSp>
          <p:nvCxnSpPr>
            <p:cNvPr id="416" name="Connector: Elbow 415">
              <a:extLst>
                <a:ext uri="{FF2B5EF4-FFF2-40B4-BE49-F238E27FC236}">
                  <a16:creationId xmlns:a16="http://schemas.microsoft.com/office/drawing/2014/main" id="{193FFE61-085F-BBD4-C002-98424DF0E823}"/>
                </a:ext>
              </a:extLst>
            </p:cNvPr>
            <p:cNvCxnSpPr>
              <a:cxnSpLocks/>
              <a:stCxn id="138" idx="2"/>
              <a:endCxn id="414" idx="2"/>
            </p:cNvCxnSpPr>
            <p:nvPr/>
          </p:nvCxnSpPr>
          <p:spPr>
            <a:xfrm rot="10800000" flipH="1" flipV="1">
              <a:off x="1535058" y="822487"/>
              <a:ext cx="10048" cy="642633"/>
            </a:xfrm>
            <a:prstGeom prst="bentConnector3">
              <a:avLst>
                <a:gd name="adj1" fmla="val -227508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F521C652-F797-DF6F-3570-79169EDEA39C}"/>
                </a:ext>
              </a:extLst>
            </p:cNvPr>
            <p:cNvSpPr/>
            <p:nvPr/>
          </p:nvSpPr>
          <p:spPr>
            <a:xfrm>
              <a:off x="7885719" y="1292987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/>
            <a:lstStyle/>
            <a:p>
              <a:pPr algn="ctr"/>
              <a:r>
                <a:rPr lang="en-CA" b="1" i="1" dirty="0">
                  <a:solidFill>
                    <a:schemeClr val="bg1"/>
                  </a:solidFill>
                  <a:latin typeface="Fira Sans" panose="020B0503050000020004" pitchFamily="34" charset="0"/>
                  <a:ea typeface="Fira Math" panose="02000503000000000000" pitchFamily="50" charset="0"/>
                </a:rPr>
                <a:t>w</a:t>
              </a: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9E1FA64-B623-60CA-30B2-4DEBF91998DD}"/>
                </a:ext>
              </a:extLst>
            </p:cNvPr>
            <p:cNvSpPr txBox="1"/>
            <p:nvPr/>
          </p:nvSpPr>
          <p:spPr>
            <a:xfrm>
              <a:off x="4359450" y="2405340"/>
              <a:ext cx="904775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b="1" dirty="0">
                  <a:latin typeface="Fira Sans" panose="020B0503050000020004" pitchFamily="34" charset="0"/>
                </a:rPr>
                <a:t>(</a:t>
              </a:r>
              <a:r>
                <a:rPr lang="en-CA" b="1" i="1" dirty="0">
                  <a:latin typeface="Fira Sans" panose="020B0503050000020004" pitchFamily="34" charset="0"/>
                </a:rPr>
                <a:t>g</a:t>
              </a:r>
              <a:r>
                <a:rPr lang="en-CA" b="1" dirty="0">
                  <a:latin typeface="Fira Sans" panose="020B0503050000020004" pitchFamily="34" charset="0"/>
                </a:rPr>
                <a:t>)</a:t>
              </a:r>
            </a:p>
          </p:txBody>
        </p:sp>
        <p:grpSp>
          <p:nvGrpSpPr>
            <p:cNvPr id="428" name="Group 427">
              <a:extLst>
                <a:ext uri="{FF2B5EF4-FFF2-40B4-BE49-F238E27FC236}">
                  <a16:creationId xmlns:a16="http://schemas.microsoft.com/office/drawing/2014/main" id="{C69A2930-E12B-4002-A593-8A5088A9A876}"/>
                </a:ext>
              </a:extLst>
            </p:cNvPr>
            <p:cNvGrpSpPr/>
            <p:nvPr/>
          </p:nvGrpSpPr>
          <p:grpSpPr>
            <a:xfrm>
              <a:off x="6811697" y="2696050"/>
              <a:ext cx="311415" cy="308615"/>
              <a:chOff x="5977578" y="2776093"/>
              <a:chExt cx="327593" cy="340179"/>
            </a:xfrm>
            <a:solidFill>
              <a:schemeClr val="bg2">
                <a:lumMod val="75000"/>
              </a:schemeClr>
            </a:solidFill>
          </p:grpSpPr>
          <p:sp>
            <p:nvSpPr>
              <p:cNvPr id="421" name="Oval 420">
                <a:extLst>
                  <a:ext uri="{FF2B5EF4-FFF2-40B4-BE49-F238E27FC236}">
                    <a16:creationId xmlns:a16="http://schemas.microsoft.com/office/drawing/2014/main" id="{24D9F9D7-4DB0-D8CF-F0AA-64BF1C7D0E45}"/>
                  </a:ext>
                </a:extLst>
              </p:cNvPr>
              <p:cNvSpPr/>
              <p:nvPr/>
            </p:nvSpPr>
            <p:spPr>
              <a:xfrm>
                <a:off x="5977578" y="2776093"/>
                <a:ext cx="327593" cy="34017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22" name="Oval 421">
                <a:extLst>
                  <a:ext uri="{FF2B5EF4-FFF2-40B4-BE49-F238E27FC236}">
                    <a16:creationId xmlns:a16="http://schemas.microsoft.com/office/drawing/2014/main" id="{8EB11AB9-5CE4-0025-D569-AB2A3632529F}"/>
                  </a:ext>
                </a:extLst>
              </p:cNvPr>
              <p:cNvSpPr/>
              <p:nvPr/>
            </p:nvSpPr>
            <p:spPr>
              <a:xfrm>
                <a:off x="6018690" y="2822949"/>
                <a:ext cx="245422" cy="24383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23" name="Oval 422">
                <a:extLst>
                  <a:ext uri="{FF2B5EF4-FFF2-40B4-BE49-F238E27FC236}">
                    <a16:creationId xmlns:a16="http://schemas.microsoft.com/office/drawing/2014/main" id="{4711D7F5-2169-7E39-E8FA-E801359E3384}"/>
                  </a:ext>
                </a:extLst>
              </p:cNvPr>
              <p:cNvSpPr/>
              <p:nvPr/>
            </p:nvSpPr>
            <p:spPr>
              <a:xfrm>
                <a:off x="6072680" y="2870094"/>
                <a:ext cx="137090" cy="14781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1A9DF17E-71BF-3723-DBE9-9AD819820331}"/>
                  </a:ext>
                </a:extLst>
              </p:cNvPr>
              <p:cNvSpPr/>
              <p:nvPr/>
            </p:nvSpPr>
            <p:spPr>
              <a:xfrm>
                <a:off x="6112534" y="2913607"/>
                <a:ext cx="57371" cy="5773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6FD64DC5-C36C-DA52-6231-616445C5AED9}"/>
                </a:ext>
              </a:extLst>
            </p:cNvPr>
            <p:cNvSpPr txBox="1"/>
            <p:nvPr/>
          </p:nvSpPr>
          <p:spPr>
            <a:xfrm>
              <a:off x="4980004" y="2684501"/>
              <a:ext cx="17452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4 </a:t>
              </a:r>
              <a:r>
                <a:rPr lang="en-CA" dirty="0"/>
                <a:t>× </a:t>
              </a:r>
              <a:r>
                <a:rPr lang="en-CA" dirty="0">
                  <a:latin typeface="Fira Sans" panose="020B0503050000020004" pitchFamily="34" charset="0"/>
                </a:rPr>
                <a:t>4 </a:t>
              </a:r>
            </a:p>
            <a:p>
              <a:r>
                <a:rPr lang="en-CA" dirty="0">
                  <a:latin typeface="Fira Sans" panose="020B0503050000020004" pitchFamily="34" charset="0"/>
                </a:rPr>
                <a:t>tensor</a:t>
              </a:r>
              <a:endParaRPr lang="en-CA" b="1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27CFC709-842E-F571-7EBE-F5C6E137B2D3}"/>
                </a:ext>
              </a:extLst>
            </p:cNvPr>
            <p:cNvSpPr txBox="1"/>
            <p:nvPr/>
          </p:nvSpPr>
          <p:spPr>
            <a:xfrm>
              <a:off x="4607427" y="3478240"/>
              <a:ext cx="476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4</a:t>
              </a:r>
              <a:r>
                <a:rPr lang="en-CA" baseline="30000" dirty="0">
                  <a:latin typeface="Fira Sans" panose="020B0503050000020004" pitchFamily="34" charset="0"/>
                </a:rPr>
                <a:t>2</a:t>
              </a:r>
              <a:endParaRPr lang="en-CA" baseline="30000" dirty="0"/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EED83575-E11D-9076-849D-56A27EBAC1CF}"/>
                </a:ext>
              </a:extLst>
            </p:cNvPr>
            <p:cNvSpPr txBox="1"/>
            <p:nvPr/>
          </p:nvSpPr>
          <p:spPr>
            <a:xfrm>
              <a:off x="4616258" y="4055003"/>
              <a:ext cx="476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8</a:t>
              </a:r>
              <a:r>
                <a:rPr lang="en-CA" baseline="30000" dirty="0">
                  <a:latin typeface="Fira Sans" panose="020B0503050000020004" pitchFamily="34" charset="0"/>
                </a:rPr>
                <a:t>2</a:t>
              </a:r>
              <a:endParaRPr lang="en-CA" baseline="30000" dirty="0"/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FF69C104-E1EC-7176-4751-C4C2C695BE0D}"/>
                </a:ext>
              </a:extLst>
            </p:cNvPr>
            <p:cNvSpPr txBox="1"/>
            <p:nvPr/>
          </p:nvSpPr>
          <p:spPr>
            <a:xfrm>
              <a:off x="4559207" y="4582660"/>
              <a:ext cx="6376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16</a:t>
              </a:r>
              <a:r>
                <a:rPr lang="en-CA" baseline="30000" dirty="0">
                  <a:latin typeface="Fira Sans" panose="020B0503050000020004" pitchFamily="34" charset="0"/>
                </a:rPr>
                <a:t>2</a:t>
              </a:r>
              <a:endParaRPr lang="en-CA" baseline="30000" dirty="0"/>
            </a:p>
          </p:txBody>
        </p:sp>
        <p:sp>
          <p:nvSpPr>
            <p:cNvPr id="433" name="TextBox 432">
              <a:extLst>
                <a:ext uri="{FF2B5EF4-FFF2-40B4-BE49-F238E27FC236}">
                  <a16:creationId xmlns:a16="http://schemas.microsoft.com/office/drawing/2014/main" id="{F02AC3E8-7FDC-9D5D-27C0-2062CA684324}"/>
                </a:ext>
              </a:extLst>
            </p:cNvPr>
            <p:cNvSpPr txBox="1"/>
            <p:nvPr/>
          </p:nvSpPr>
          <p:spPr>
            <a:xfrm>
              <a:off x="4564038" y="5148148"/>
              <a:ext cx="6376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32</a:t>
              </a:r>
              <a:r>
                <a:rPr lang="en-CA" baseline="30000" dirty="0">
                  <a:latin typeface="Fira Sans" panose="020B0503050000020004" pitchFamily="34" charset="0"/>
                </a:rPr>
                <a:t>2</a:t>
              </a:r>
              <a:endParaRPr lang="en-CA" baseline="30000" dirty="0"/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10E8F9DB-501B-5877-2729-6B5D3CBAA20F}"/>
                </a:ext>
              </a:extLst>
            </p:cNvPr>
            <p:cNvSpPr txBox="1"/>
            <p:nvPr/>
          </p:nvSpPr>
          <p:spPr>
            <a:xfrm>
              <a:off x="4550369" y="5745059"/>
              <a:ext cx="6376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64</a:t>
              </a:r>
              <a:r>
                <a:rPr lang="en-CA" baseline="30000" dirty="0">
                  <a:latin typeface="Fira Sans" panose="020B0503050000020004" pitchFamily="34" charset="0"/>
                </a:rPr>
                <a:t>2</a:t>
              </a:r>
              <a:endParaRPr lang="en-CA" baseline="30000" dirty="0"/>
            </a:p>
          </p:txBody>
        </p:sp>
        <p:sp>
          <p:nvSpPr>
            <p:cNvPr id="435" name="TextBox 434">
              <a:extLst>
                <a:ext uri="{FF2B5EF4-FFF2-40B4-BE49-F238E27FC236}">
                  <a16:creationId xmlns:a16="http://schemas.microsoft.com/office/drawing/2014/main" id="{0FC6415D-A71F-C454-F474-5007C09D2052}"/>
                </a:ext>
              </a:extLst>
            </p:cNvPr>
            <p:cNvSpPr txBox="1"/>
            <p:nvPr/>
          </p:nvSpPr>
          <p:spPr>
            <a:xfrm>
              <a:off x="4546671" y="6331809"/>
              <a:ext cx="6376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>
                  <a:latin typeface="Fira Sans" panose="020B0503050000020004" pitchFamily="34" charset="0"/>
                </a:rPr>
                <a:t>128</a:t>
              </a:r>
              <a:r>
                <a:rPr lang="en-CA" sz="1600" baseline="30000" dirty="0">
                  <a:latin typeface="Fira Sans" panose="020B0503050000020004" pitchFamily="34" charset="0"/>
                </a:rPr>
                <a:t>2</a:t>
              </a:r>
              <a:endParaRPr lang="en-CA" sz="1600" baseline="30000" dirty="0"/>
            </a:p>
          </p:txBody>
        </p:sp>
        <p:sp>
          <p:nvSpPr>
            <p:cNvPr id="436" name="TextBox 435">
              <a:extLst>
                <a:ext uri="{FF2B5EF4-FFF2-40B4-BE49-F238E27FC236}">
                  <a16:creationId xmlns:a16="http://schemas.microsoft.com/office/drawing/2014/main" id="{01F32A80-A794-3362-AC87-4AE24737D7DC}"/>
                </a:ext>
              </a:extLst>
            </p:cNvPr>
            <p:cNvSpPr txBox="1"/>
            <p:nvPr/>
          </p:nvSpPr>
          <p:spPr>
            <a:xfrm>
              <a:off x="2180327" y="4858824"/>
              <a:ext cx="1745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i="1" dirty="0">
                  <a:latin typeface="Fira Sans" panose="020B0503050000020004" pitchFamily="34" charset="0"/>
                </a:rPr>
                <a:t>A</a:t>
              </a:r>
              <a:r>
                <a:rPr lang="en-CA" i="1" baseline="-25000" dirty="0">
                  <a:latin typeface="Fira Sans" panose="020B0503050000020004" pitchFamily="34" charset="0"/>
                </a:rPr>
                <a:t>i</a:t>
              </a:r>
              <a:r>
                <a:rPr lang="en-CA" dirty="0">
                  <a:latin typeface="Fira Sans" panose="020B0503050000020004" pitchFamily="34" charset="0"/>
                </a:rPr>
                <a:t>(w)</a:t>
              </a:r>
            </a:p>
          </p:txBody>
        </p:sp>
        <p:sp>
          <p:nvSpPr>
            <p:cNvPr id="437" name="TextBox 436">
              <a:extLst>
                <a:ext uri="{FF2B5EF4-FFF2-40B4-BE49-F238E27FC236}">
                  <a16:creationId xmlns:a16="http://schemas.microsoft.com/office/drawing/2014/main" id="{3CA15DA0-D9F4-792E-7E38-DB86BFE6A359}"/>
                </a:ext>
              </a:extLst>
            </p:cNvPr>
            <p:cNvSpPr txBox="1"/>
            <p:nvPr/>
          </p:nvSpPr>
          <p:spPr>
            <a:xfrm>
              <a:off x="4424892" y="8067908"/>
              <a:ext cx="904775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b="1" dirty="0">
                  <a:latin typeface="Fira Sans" panose="020B0503050000020004" pitchFamily="34" charset="0"/>
                </a:rPr>
                <a:t>ADA</a:t>
              </a:r>
            </a:p>
          </p:txBody>
        </p:sp>
        <p:sp>
          <p:nvSpPr>
            <p:cNvPr id="438" name="TextBox 437">
              <a:extLst>
                <a:ext uri="{FF2B5EF4-FFF2-40B4-BE49-F238E27FC236}">
                  <a16:creationId xmlns:a16="http://schemas.microsoft.com/office/drawing/2014/main" id="{C6767E7C-ADCE-E67A-EE02-BEE619ED57FB}"/>
                </a:ext>
              </a:extLst>
            </p:cNvPr>
            <p:cNvSpPr txBox="1"/>
            <p:nvPr/>
          </p:nvSpPr>
          <p:spPr>
            <a:xfrm>
              <a:off x="7676201" y="8822544"/>
              <a:ext cx="17452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Real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MRI</a:t>
              </a:r>
            </a:p>
          </p:txBody>
        </p:sp>
        <p:sp>
          <p:nvSpPr>
            <p:cNvPr id="439" name="TextBox 438">
              <a:extLst>
                <a:ext uri="{FF2B5EF4-FFF2-40B4-BE49-F238E27FC236}">
                  <a16:creationId xmlns:a16="http://schemas.microsoft.com/office/drawing/2014/main" id="{C928B964-4A31-D07D-E47B-DFC751C5788C}"/>
                </a:ext>
              </a:extLst>
            </p:cNvPr>
            <p:cNvSpPr txBox="1"/>
            <p:nvPr/>
          </p:nvSpPr>
          <p:spPr>
            <a:xfrm>
              <a:off x="5100800" y="7183436"/>
              <a:ext cx="17452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Synthetic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MRI</a:t>
              </a:r>
            </a:p>
          </p:txBody>
        </p:sp>
        <p:sp>
          <p:nvSpPr>
            <p:cNvPr id="441" name="TextBox 440">
              <a:extLst>
                <a:ext uri="{FF2B5EF4-FFF2-40B4-BE49-F238E27FC236}">
                  <a16:creationId xmlns:a16="http://schemas.microsoft.com/office/drawing/2014/main" id="{BFA83AD6-22BA-616B-F526-A7C82873FB0F}"/>
                </a:ext>
              </a:extLst>
            </p:cNvPr>
            <p:cNvSpPr txBox="1"/>
            <p:nvPr/>
          </p:nvSpPr>
          <p:spPr>
            <a:xfrm>
              <a:off x="4369080" y="9472102"/>
              <a:ext cx="904775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b="1" dirty="0">
                  <a:latin typeface="Fira Sans" panose="020B0503050000020004" pitchFamily="34" charset="0"/>
                </a:rPr>
                <a:t>(</a:t>
              </a:r>
              <a:r>
                <a:rPr lang="en-CA" b="1" i="1" dirty="0">
                  <a:latin typeface="Fira Sans" panose="020B0503050000020004" pitchFamily="34" charset="0"/>
                </a:rPr>
                <a:t>D</a:t>
              </a:r>
              <a:r>
                <a:rPr lang="en-CA" b="1" dirty="0">
                  <a:latin typeface="Fira Sans" panose="020B0503050000020004" pitchFamily="34" charset="0"/>
                </a:rPr>
                <a:t>)</a:t>
              </a:r>
            </a:p>
          </p:txBody>
        </p:sp>
        <p:sp>
          <p:nvSpPr>
            <p:cNvPr id="442" name="TextBox 441">
              <a:extLst>
                <a:ext uri="{FF2B5EF4-FFF2-40B4-BE49-F238E27FC236}">
                  <a16:creationId xmlns:a16="http://schemas.microsoft.com/office/drawing/2014/main" id="{B30585BC-6091-8A63-3CFF-9FE667532DBA}"/>
                </a:ext>
              </a:extLst>
            </p:cNvPr>
            <p:cNvSpPr txBox="1"/>
            <p:nvPr/>
          </p:nvSpPr>
          <p:spPr>
            <a:xfrm rot="5400000">
              <a:off x="6869022" y="10560397"/>
              <a:ext cx="38344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CA" b="1" dirty="0">
                  <a:latin typeface="Fira Sans" panose="020B0503050000020004" pitchFamily="34" charset="0"/>
                </a:rPr>
                <a:t>DU</a:t>
              </a:r>
            </a:p>
          </p:txBody>
        </p: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id="{16CB6556-3592-BF50-020A-624F20E76BCA}"/>
                </a:ext>
              </a:extLst>
            </p:cNvPr>
            <p:cNvSpPr txBox="1"/>
            <p:nvPr/>
          </p:nvSpPr>
          <p:spPr>
            <a:xfrm rot="5606316">
              <a:off x="8183278" y="6078902"/>
              <a:ext cx="5064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CA" b="1" dirty="0">
                  <a:latin typeface="Fira Sans" panose="020B0503050000020004" pitchFamily="34" charset="0"/>
                </a:rPr>
                <a:t>ATS</a:t>
              </a:r>
            </a:p>
          </p:txBody>
        </p:sp>
        <p:sp>
          <p:nvSpPr>
            <p:cNvPr id="444" name="TextBox 443">
              <a:extLst>
                <a:ext uri="{FF2B5EF4-FFF2-40B4-BE49-F238E27FC236}">
                  <a16:creationId xmlns:a16="http://schemas.microsoft.com/office/drawing/2014/main" id="{DE017C08-8350-E620-3958-E94846565731}"/>
                </a:ext>
              </a:extLst>
            </p:cNvPr>
            <p:cNvSpPr txBox="1"/>
            <p:nvPr/>
          </p:nvSpPr>
          <p:spPr>
            <a:xfrm rot="16200000">
              <a:off x="1174371" y="8488854"/>
              <a:ext cx="34597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CA" b="1" dirty="0">
                  <a:latin typeface="Fira Sans" panose="020B0503050000020004" pitchFamily="34" charset="0"/>
                </a:rPr>
                <a:t>GU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8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5" name="Group 934">
            <a:extLst>
              <a:ext uri="{FF2B5EF4-FFF2-40B4-BE49-F238E27FC236}">
                <a16:creationId xmlns:a16="http://schemas.microsoft.com/office/drawing/2014/main" id="{62C068A8-4A44-B46D-44B5-EEA6E26D41BF}"/>
              </a:ext>
            </a:extLst>
          </p:cNvPr>
          <p:cNvGrpSpPr/>
          <p:nvPr/>
        </p:nvGrpSpPr>
        <p:grpSpPr>
          <a:xfrm>
            <a:off x="1657216" y="518314"/>
            <a:ext cx="6309918" cy="13815754"/>
            <a:chOff x="1968500" y="275431"/>
            <a:chExt cx="7007981" cy="15920244"/>
          </a:xfrm>
        </p:grpSpPr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0E648336-D410-A1DA-58C9-4E78529B4680}"/>
                </a:ext>
              </a:extLst>
            </p:cNvPr>
            <p:cNvGrpSpPr/>
            <p:nvPr/>
          </p:nvGrpSpPr>
          <p:grpSpPr>
            <a:xfrm>
              <a:off x="1968500" y="1604712"/>
              <a:ext cx="5219700" cy="14590963"/>
              <a:chOff x="1549400" y="788737"/>
              <a:chExt cx="5875868" cy="16309655"/>
            </a:xfrm>
          </p:grpSpPr>
          <p:sp>
            <p:nvSpPr>
              <p:cNvPr id="126" name="Rectangle: Rounded Corners 125">
                <a:extLst>
                  <a:ext uri="{FF2B5EF4-FFF2-40B4-BE49-F238E27FC236}">
                    <a16:creationId xmlns:a16="http://schemas.microsoft.com/office/drawing/2014/main" id="{D15633A4-1A95-6578-51A8-82BDB356FA45}"/>
                  </a:ext>
                </a:extLst>
              </p:cNvPr>
              <p:cNvSpPr/>
              <p:nvPr/>
            </p:nvSpPr>
            <p:spPr>
              <a:xfrm>
                <a:off x="2474272" y="788737"/>
                <a:ext cx="4652656" cy="55591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7D605CDB-9E1D-CAF7-5214-577E7A790110}"/>
                  </a:ext>
                </a:extLst>
              </p:cNvPr>
              <p:cNvSpPr/>
              <p:nvPr/>
            </p:nvSpPr>
            <p:spPr>
              <a:xfrm>
                <a:off x="2728714" y="1178384"/>
                <a:ext cx="4116077" cy="72191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C350E4C-6157-ABDE-D97A-CB31E11C48E9}"/>
                  </a:ext>
                </a:extLst>
              </p:cNvPr>
              <p:cNvGrpSpPr/>
              <p:nvPr/>
            </p:nvGrpSpPr>
            <p:grpSpPr>
              <a:xfrm>
                <a:off x="3698516" y="1330835"/>
                <a:ext cx="432227" cy="419500"/>
                <a:chOff x="3988408" y="5883121"/>
                <a:chExt cx="308109" cy="295159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839080F-40F9-9548-8419-53BFD6F3A0D9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52CAB3E7-3D9C-B1DF-016B-099C43F2D6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EC8E6BA2-138C-97F7-B453-B801F27160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B65065A1-FE73-7209-C136-4180B927F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4E9533BE-94A0-7455-BAFF-7E387BD3CC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92C97D9-85D8-835F-9EC0-ABBA0AE6F0B6}"/>
                  </a:ext>
                </a:extLst>
              </p:cNvPr>
              <p:cNvGrpSpPr/>
              <p:nvPr/>
            </p:nvGrpSpPr>
            <p:grpSpPr>
              <a:xfrm>
                <a:off x="4321640" y="1336566"/>
                <a:ext cx="432227" cy="419500"/>
                <a:chOff x="3988408" y="5883121"/>
                <a:chExt cx="308109" cy="295159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DF11FBC-7F14-9F48-C60F-A84043F2EA70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2564DF9-BBE0-B647-3D5D-8F215C9FEB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2E8D3C24-59CC-D941-0CC4-835265AF84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89682DA7-739B-4F1D-0524-85FD7824C9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D68AFF2F-837F-17C0-993D-9EEC34FAB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2902137-78A9-8BB8-D110-D0D59B81BB1F}"/>
                  </a:ext>
                </a:extLst>
              </p:cNvPr>
              <p:cNvSpPr/>
              <p:nvPr/>
            </p:nvSpPr>
            <p:spPr>
              <a:xfrm>
                <a:off x="4951806" y="1342598"/>
                <a:ext cx="425185" cy="41950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CA" b="1" i="1" dirty="0">
                    <a:solidFill>
                      <a:schemeClr val="bg1"/>
                    </a:solidFill>
                    <a:latin typeface="Fira Sans" panose="020B0503050000020004" pitchFamily="34" charset="0"/>
                  </a:rPr>
                  <a:t>BN</a:t>
                </a: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4AA9222-1928-A231-C059-F91C701C72F8}"/>
                  </a:ext>
                </a:extLst>
              </p:cNvPr>
              <p:cNvGrpSpPr/>
              <p:nvPr/>
            </p:nvGrpSpPr>
            <p:grpSpPr>
              <a:xfrm>
                <a:off x="5574929" y="1342598"/>
                <a:ext cx="425185" cy="419500"/>
                <a:chOff x="5804654" y="1342332"/>
                <a:chExt cx="519946" cy="509211"/>
              </a:xfrm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B72F5A2A-87EC-68B0-445A-4630744820AF}"/>
                    </a:ext>
                  </a:extLst>
                </p:cNvPr>
                <p:cNvSpPr/>
                <p:nvPr/>
              </p:nvSpPr>
              <p:spPr>
                <a:xfrm>
                  <a:off x="5804654" y="1342332"/>
                  <a:ext cx="519946" cy="509211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CF2F1F3F-6623-F437-1162-D18CEF53DDE4}"/>
                    </a:ext>
                  </a:extLst>
                </p:cNvPr>
                <p:cNvSpPr/>
                <p:nvPr/>
              </p:nvSpPr>
              <p:spPr>
                <a:xfrm>
                  <a:off x="5897410" y="1434153"/>
                  <a:ext cx="334433" cy="310925"/>
                </a:xfrm>
                <a:custGeom>
                  <a:avLst/>
                  <a:gdLst>
                    <a:gd name="csX0" fmla="*/ 0 w 334433"/>
                    <a:gd name="csY0" fmla="*/ 283633 h 310925"/>
                    <a:gd name="csX1" fmla="*/ 220133 w 334433"/>
                    <a:gd name="csY1" fmla="*/ 283633 h 310925"/>
                    <a:gd name="csX2" fmla="*/ 334433 w 334433"/>
                    <a:gd name="csY2" fmla="*/ 0 h 3109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4433" h="310925">
                      <a:moveTo>
                        <a:pt x="0" y="283633"/>
                      </a:moveTo>
                      <a:cubicBezTo>
                        <a:pt x="82197" y="307269"/>
                        <a:pt x="164394" y="330905"/>
                        <a:pt x="220133" y="283633"/>
                      </a:cubicBezTo>
                      <a:cubicBezTo>
                        <a:pt x="275872" y="236361"/>
                        <a:pt x="305152" y="118180"/>
                        <a:pt x="334433" y="0"/>
                      </a:cubicBezTo>
                    </a:path>
                  </a:pathLst>
                </a:cu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F870CF0-B293-1B98-06F8-2599218DF712}"/>
                  </a:ext>
                </a:extLst>
              </p:cNvPr>
              <p:cNvGrpSpPr/>
              <p:nvPr/>
            </p:nvGrpSpPr>
            <p:grpSpPr>
              <a:xfrm>
                <a:off x="6196592" y="1342598"/>
                <a:ext cx="425187" cy="419500"/>
                <a:chOff x="3975592" y="5883121"/>
                <a:chExt cx="303091" cy="295159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8FC7821-3786-2B2E-87DD-1087475D3A7E}"/>
                    </a:ext>
                  </a:extLst>
                </p:cNvPr>
                <p:cNvSpPr/>
                <p:nvPr/>
              </p:nvSpPr>
              <p:spPr>
                <a:xfrm>
                  <a:off x="3975592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2760EFB-FE2D-B511-9926-8ABB9D2311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75594" y="6023627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6CC4E375-FDCC-555E-4C29-1A8B03E77E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31190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84FA1AD7-CE7C-3C29-7069-CF61DD488EEB}"/>
                  </a:ext>
                </a:extLst>
              </p:cNvPr>
              <p:cNvSpPr/>
              <p:nvPr/>
            </p:nvSpPr>
            <p:spPr>
              <a:xfrm>
                <a:off x="2728714" y="2174054"/>
                <a:ext cx="4116077" cy="72191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AEF9A53-3426-F0CC-7CF9-609B776C38CE}"/>
                  </a:ext>
                </a:extLst>
              </p:cNvPr>
              <p:cNvGrpSpPr/>
              <p:nvPr/>
            </p:nvGrpSpPr>
            <p:grpSpPr>
              <a:xfrm>
                <a:off x="3698516" y="2326506"/>
                <a:ext cx="432227" cy="419500"/>
                <a:chOff x="3988408" y="5883121"/>
                <a:chExt cx="308109" cy="29515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2DCEF491-4105-C10B-44DD-B5677A096F48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BAC49F0E-9BE6-7637-2AA7-6A2CECB6F2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8F993D8-CAB6-7FBF-2248-994CC04E0A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205AE22F-7D1E-1485-288E-7578043B47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06A4AF0A-CE21-DFBB-956A-A1D099A3F2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AE81B51-6949-A8F6-BD82-920ABA870F45}"/>
                  </a:ext>
                </a:extLst>
              </p:cNvPr>
              <p:cNvGrpSpPr/>
              <p:nvPr/>
            </p:nvGrpSpPr>
            <p:grpSpPr>
              <a:xfrm>
                <a:off x="4321640" y="2332236"/>
                <a:ext cx="432227" cy="419500"/>
                <a:chOff x="3988408" y="5883121"/>
                <a:chExt cx="308109" cy="295159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2094B42-0B81-D458-D9B3-2A92EBEF7CC9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81C869D6-674C-2A0C-58C9-503DA63146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9F999CB8-E42D-F320-0783-0B419CBB14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ACE2CDA-8497-50A0-2487-7F19F4B711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6869AB38-3B6C-09C6-1361-AED185CAFD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ED1F4D81-B589-A14B-A5FB-1645928619B7}"/>
                  </a:ext>
                </a:extLst>
              </p:cNvPr>
              <p:cNvSpPr/>
              <p:nvPr/>
            </p:nvSpPr>
            <p:spPr>
              <a:xfrm>
                <a:off x="4951806" y="2338268"/>
                <a:ext cx="425185" cy="41950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CA" b="1" i="1" dirty="0">
                    <a:solidFill>
                      <a:schemeClr val="bg1"/>
                    </a:solidFill>
                    <a:latin typeface="Fira Sans" panose="020B0503050000020004" pitchFamily="34" charset="0"/>
                  </a:rPr>
                  <a:t>BN</a:t>
                </a: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ED881E75-1AFD-632F-7AC7-8C1420ADC288}"/>
                  </a:ext>
                </a:extLst>
              </p:cNvPr>
              <p:cNvGrpSpPr/>
              <p:nvPr/>
            </p:nvGrpSpPr>
            <p:grpSpPr>
              <a:xfrm>
                <a:off x="5574929" y="2338268"/>
                <a:ext cx="425185" cy="419500"/>
                <a:chOff x="5804654" y="1342332"/>
                <a:chExt cx="519946" cy="509211"/>
              </a:xfrm>
            </p:grpSpPr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2E985613-4723-243F-89DC-C8EE2B9BCE94}"/>
                    </a:ext>
                  </a:extLst>
                </p:cNvPr>
                <p:cNvSpPr/>
                <p:nvPr/>
              </p:nvSpPr>
              <p:spPr>
                <a:xfrm>
                  <a:off x="5804654" y="1342332"/>
                  <a:ext cx="519946" cy="509211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54E91272-D010-3C22-E2AD-A04C463D4F21}"/>
                    </a:ext>
                  </a:extLst>
                </p:cNvPr>
                <p:cNvSpPr/>
                <p:nvPr/>
              </p:nvSpPr>
              <p:spPr>
                <a:xfrm>
                  <a:off x="5897410" y="1434153"/>
                  <a:ext cx="334433" cy="310925"/>
                </a:xfrm>
                <a:custGeom>
                  <a:avLst/>
                  <a:gdLst>
                    <a:gd name="csX0" fmla="*/ 0 w 334433"/>
                    <a:gd name="csY0" fmla="*/ 283633 h 310925"/>
                    <a:gd name="csX1" fmla="*/ 220133 w 334433"/>
                    <a:gd name="csY1" fmla="*/ 283633 h 310925"/>
                    <a:gd name="csX2" fmla="*/ 334433 w 334433"/>
                    <a:gd name="csY2" fmla="*/ 0 h 3109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4433" h="310925">
                      <a:moveTo>
                        <a:pt x="0" y="283633"/>
                      </a:moveTo>
                      <a:cubicBezTo>
                        <a:pt x="82197" y="307269"/>
                        <a:pt x="164394" y="330905"/>
                        <a:pt x="220133" y="283633"/>
                      </a:cubicBezTo>
                      <a:cubicBezTo>
                        <a:pt x="275872" y="236361"/>
                        <a:pt x="305152" y="118180"/>
                        <a:pt x="334433" y="0"/>
                      </a:cubicBezTo>
                    </a:path>
                  </a:pathLst>
                </a:cu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C6056AE4-5B17-5D9D-A124-1AA8E0FC8DCE}"/>
                  </a:ext>
                </a:extLst>
              </p:cNvPr>
              <p:cNvGrpSpPr/>
              <p:nvPr/>
            </p:nvGrpSpPr>
            <p:grpSpPr>
              <a:xfrm>
                <a:off x="6221627" y="2338268"/>
                <a:ext cx="425185" cy="419500"/>
                <a:chOff x="3993428" y="5883121"/>
                <a:chExt cx="303089" cy="295159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119D9A1D-134E-E668-359C-A3F4490BA848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C97A0117-5ACD-C147-1C14-FF43DF6CB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28621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C3EEF12-39EA-64DC-7925-8F02087916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6480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97BA9604-467B-BD49-7BCF-22FC755363D9}"/>
                  </a:ext>
                </a:extLst>
              </p:cNvPr>
              <p:cNvSpPr/>
              <p:nvPr/>
            </p:nvSpPr>
            <p:spPr>
              <a:xfrm>
                <a:off x="2728714" y="3169724"/>
                <a:ext cx="4116077" cy="72191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84008FF4-393C-4A5A-EEEC-2C2ADE2315FF}"/>
                  </a:ext>
                </a:extLst>
              </p:cNvPr>
              <p:cNvGrpSpPr/>
              <p:nvPr/>
            </p:nvGrpSpPr>
            <p:grpSpPr>
              <a:xfrm>
                <a:off x="3698516" y="3322176"/>
                <a:ext cx="432227" cy="419500"/>
                <a:chOff x="3988408" y="5883121"/>
                <a:chExt cx="308109" cy="295159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7D92287-A4EB-B4D4-CF34-4D09B927F5F1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6DC6B328-A370-2368-6EFA-19AD3FB2C3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D73D066B-AA18-45C2-A16C-9CFACD11D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A7239A3F-FAF9-1868-2156-548457AF10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12AF964B-334A-0EA5-0176-E58D89A7E1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ABCAE3A8-3AAB-34F1-365A-28B2F9A9A44C}"/>
                  </a:ext>
                </a:extLst>
              </p:cNvPr>
              <p:cNvGrpSpPr/>
              <p:nvPr/>
            </p:nvGrpSpPr>
            <p:grpSpPr>
              <a:xfrm>
                <a:off x="4321640" y="3327907"/>
                <a:ext cx="432227" cy="419500"/>
                <a:chOff x="3988408" y="5883121"/>
                <a:chExt cx="308109" cy="295159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A94F0073-6F22-668B-5AA6-003ED11BC6FF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9B13BBFA-F5EB-4B87-C394-156728C7B4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D2239D0-8EFA-B099-5FF7-9A6298138E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7B120AEE-2E6E-0631-A9C4-C93203658F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BB94D77A-E41E-1A73-3B7A-2BEDC32E4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76AD96C1-3121-ED8C-8A93-11F1CB6B6E26}"/>
                  </a:ext>
                </a:extLst>
              </p:cNvPr>
              <p:cNvSpPr/>
              <p:nvPr/>
            </p:nvSpPr>
            <p:spPr>
              <a:xfrm>
                <a:off x="4951806" y="3333939"/>
                <a:ext cx="425185" cy="41950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CA" b="1" i="1" dirty="0">
                    <a:solidFill>
                      <a:schemeClr val="bg1"/>
                    </a:solidFill>
                    <a:latin typeface="Fira Sans" panose="020B0503050000020004" pitchFamily="34" charset="0"/>
                  </a:rPr>
                  <a:t>BN</a:t>
                </a:r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7767705B-E19A-75A3-752A-311623001144}"/>
                  </a:ext>
                </a:extLst>
              </p:cNvPr>
              <p:cNvGrpSpPr/>
              <p:nvPr/>
            </p:nvGrpSpPr>
            <p:grpSpPr>
              <a:xfrm>
                <a:off x="5574929" y="3333939"/>
                <a:ext cx="425185" cy="419500"/>
                <a:chOff x="5804654" y="1342332"/>
                <a:chExt cx="519946" cy="509211"/>
              </a:xfrm>
            </p:grpSpPr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DC7AACE9-DC6D-78B6-3A90-78D434BC2390}"/>
                    </a:ext>
                  </a:extLst>
                </p:cNvPr>
                <p:cNvSpPr/>
                <p:nvPr/>
              </p:nvSpPr>
              <p:spPr>
                <a:xfrm>
                  <a:off x="5804654" y="1342332"/>
                  <a:ext cx="519946" cy="509211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4AF87A61-CC81-32AE-4AE1-13932F766ABA}"/>
                    </a:ext>
                  </a:extLst>
                </p:cNvPr>
                <p:cNvSpPr/>
                <p:nvPr/>
              </p:nvSpPr>
              <p:spPr>
                <a:xfrm>
                  <a:off x="5897410" y="1434153"/>
                  <a:ext cx="334433" cy="310925"/>
                </a:xfrm>
                <a:custGeom>
                  <a:avLst/>
                  <a:gdLst>
                    <a:gd name="csX0" fmla="*/ 0 w 334433"/>
                    <a:gd name="csY0" fmla="*/ 283633 h 310925"/>
                    <a:gd name="csX1" fmla="*/ 220133 w 334433"/>
                    <a:gd name="csY1" fmla="*/ 283633 h 310925"/>
                    <a:gd name="csX2" fmla="*/ 334433 w 334433"/>
                    <a:gd name="csY2" fmla="*/ 0 h 3109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4433" h="310925">
                      <a:moveTo>
                        <a:pt x="0" y="283633"/>
                      </a:moveTo>
                      <a:cubicBezTo>
                        <a:pt x="82197" y="307269"/>
                        <a:pt x="164394" y="330905"/>
                        <a:pt x="220133" y="283633"/>
                      </a:cubicBezTo>
                      <a:cubicBezTo>
                        <a:pt x="275872" y="236361"/>
                        <a:pt x="305152" y="118180"/>
                        <a:pt x="334433" y="0"/>
                      </a:cubicBezTo>
                    </a:path>
                  </a:pathLst>
                </a:cu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715F3022-9448-8BBD-3AFE-3EF238DA731E}"/>
                  </a:ext>
                </a:extLst>
              </p:cNvPr>
              <p:cNvGrpSpPr/>
              <p:nvPr/>
            </p:nvGrpSpPr>
            <p:grpSpPr>
              <a:xfrm>
                <a:off x="6221627" y="3333939"/>
                <a:ext cx="425185" cy="419500"/>
                <a:chOff x="3993428" y="5883121"/>
                <a:chExt cx="303089" cy="295159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68BED2CD-0BF9-9E56-B2CA-CFCBFE8FE562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834951A-A53C-0D4F-4C3C-C5DA07F6E3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28621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04C68982-7C7C-FE4A-A376-FC4BB69F63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6480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B41E81C0-DFE9-E257-7364-81E87ECDB683}"/>
                  </a:ext>
                </a:extLst>
              </p:cNvPr>
              <p:cNvSpPr/>
              <p:nvPr/>
            </p:nvSpPr>
            <p:spPr>
              <a:xfrm>
                <a:off x="2728714" y="4165395"/>
                <a:ext cx="4116077" cy="72191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C2699D7F-4861-EC2C-300B-9D8BEB490B05}"/>
                  </a:ext>
                </a:extLst>
              </p:cNvPr>
              <p:cNvGrpSpPr/>
              <p:nvPr/>
            </p:nvGrpSpPr>
            <p:grpSpPr>
              <a:xfrm>
                <a:off x="3698516" y="4317847"/>
                <a:ext cx="432227" cy="419500"/>
                <a:chOff x="3988408" y="5883121"/>
                <a:chExt cx="308109" cy="295159"/>
              </a:xfrm>
            </p:grpSpPr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E314C1C5-7561-DF93-0D77-2D15C683918A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D8E91C3D-5010-97EB-C0C5-59584CAAE7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9965587D-453E-D006-2009-A89AA5E6D6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A570D9EE-98E9-878B-87D3-84F495572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C846E9CB-C64C-680C-8D8D-5B938EC030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AC3353DE-6A04-D0AF-8CE1-51B153CA3358}"/>
                  </a:ext>
                </a:extLst>
              </p:cNvPr>
              <p:cNvGrpSpPr/>
              <p:nvPr/>
            </p:nvGrpSpPr>
            <p:grpSpPr>
              <a:xfrm>
                <a:off x="4321640" y="4323577"/>
                <a:ext cx="432227" cy="419500"/>
                <a:chOff x="3988408" y="5883121"/>
                <a:chExt cx="308109" cy="295159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0B5FC6CC-DA85-A1E4-80C2-80C5D75489F7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F94544C9-D5F6-0851-0ACB-5707298B12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FC14F58E-6BB1-DC58-DFBD-504EB088F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506A2070-DB42-F42C-D537-A3EF63CF8A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D47AA42A-CD25-A58A-5B85-A33BDB964D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A3ED0D83-72C1-BFF0-64BD-6B925619F90D}"/>
                  </a:ext>
                </a:extLst>
              </p:cNvPr>
              <p:cNvSpPr/>
              <p:nvPr/>
            </p:nvSpPr>
            <p:spPr>
              <a:xfrm>
                <a:off x="4951806" y="4329609"/>
                <a:ext cx="425185" cy="41950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CA" b="1" i="1" dirty="0">
                    <a:solidFill>
                      <a:schemeClr val="bg1"/>
                    </a:solidFill>
                    <a:latin typeface="Fira Sans" panose="020B0503050000020004" pitchFamily="34" charset="0"/>
                  </a:rPr>
                  <a:t>BN</a:t>
                </a:r>
              </a:p>
            </p:txBody>
          </p: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EE31BFAC-A09C-AB18-290F-632ACD70BADB}"/>
                  </a:ext>
                </a:extLst>
              </p:cNvPr>
              <p:cNvGrpSpPr/>
              <p:nvPr/>
            </p:nvGrpSpPr>
            <p:grpSpPr>
              <a:xfrm>
                <a:off x="5574929" y="4329609"/>
                <a:ext cx="425185" cy="419500"/>
                <a:chOff x="5804654" y="1342332"/>
                <a:chExt cx="519946" cy="509211"/>
              </a:xfrm>
            </p:grpSpPr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7AE60C09-6D97-71E7-3269-B46BF3CA9E0A}"/>
                    </a:ext>
                  </a:extLst>
                </p:cNvPr>
                <p:cNvSpPr/>
                <p:nvPr/>
              </p:nvSpPr>
              <p:spPr>
                <a:xfrm>
                  <a:off x="5804654" y="1342332"/>
                  <a:ext cx="519946" cy="509211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904B46AE-7283-B5D7-680C-69BFF337BAE6}"/>
                    </a:ext>
                  </a:extLst>
                </p:cNvPr>
                <p:cNvSpPr/>
                <p:nvPr/>
              </p:nvSpPr>
              <p:spPr>
                <a:xfrm>
                  <a:off x="5897410" y="1434153"/>
                  <a:ext cx="334433" cy="310925"/>
                </a:xfrm>
                <a:custGeom>
                  <a:avLst/>
                  <a:gdLst>
                    <a:gd name="csX0" fmla="*/ 0 w 334433"/>
                    <a:gd name="csY0" fmla="*/ 283633 h 310925"/>
                    <a:gd name="csX1" fmla="*/ 220133 w 334433"/>
                    <a:gd name="csY1" fmla="*/ 283633 h 310925"/>
                    <a:gd name="csX2" fmla="*/ 334433 w 334433"/>
                    <a:gd name="csY2" fmla="*/ 0 h 3109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4433" h="310925">
                      <a:moveTo>
                        <a:pt x="0" y="283633"/>
                      </a:moveTo>
                      <a:cubicBezTo>
                        <a:pt x="82197" y="307269"/>
                        <a:pt x="164394" y="330905"/>
                        <a:pt x="220133" y="283633"/>
                      </a:cubicBezTo>
                      <a:cubicBezTo>
                        <a:pt x="275872" y="236361"/>
                        <a:pt x="305152" y="118180"/>
                        <a:pt x="334433" y="0"/>
                      </a:cubicBezTo>
                    </a:path>
                  </a:pathLst>
                </a:cu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A76D973-DA5D-B383-83B6-68736A9031E2}"/>
                  </a:ext>
                </a:extLst>
              </p:cNvPr>
              <p:cNvGrpSpPr/>
              <p:nvPr/>
            </p:nvGrpSpPr>
            <p:grpSpPr>
              <a:xfrm>
                <a:off x="6221627" y="4329609"/>
                <a:ext cx="425185" cy="419500"/>
                <a:chOff x="3993428" y="5883121"/>
                <a:chExt cx="303089" cy="295159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C8D46536-EE4C-C978-0F6F-1DDC52ECC706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3126698A-65C2-6280-182A-DE6A40BF2C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28621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36F29B2D-939C-7622-6EFE-F2DB7BCCC2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6480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0F717E7D-1E5C-2EC9-EB9C-221504EDB4F6}"/>
                  </a:ext>
                </a:extLst>
              </p:cNvPr>
              <p:cNvSpPr/>
              <p:nvPr/>
            </p:nvSpPr>
            <p:spPr>
              <a:xfrm>
                <a:off x="2728714" y="5161065"/>
                <a:ext cx="4116077" cy="72191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7E56268B-3858-246D-ACA3-1D16905B5DAB}"/>
                  </a:ext>
                </a:extLst>
              </p:cNvPr>
              <p:cNvGrpSpPr/>
              <p:nvPr/>
            </p:nvGrpSpPr>
            <p:grpSpPr>
              <a:xfrm>
                <a:off x="3698516" y="5313517"/>
                <a:ext cx="432227" cy="419500"/>
                <a:chOff x="3988408" y="5883121"/>
                <a:chExt cx="308109" cy="295159"/>
              </a:xfrm>
            </p:grpSpPr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7DFE4AA0-88D0-E0C6-E44A-8CF160F9A030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98246F35-A4D7-8D34-6B9D-E40127AC33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9892C494-15E5-99F1-3AD6-A267B5FB82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8DB00CF3-C8DC-5834-C5D2-5EA1655BAD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40F09C61-1509-C9BF-40B0-B154876DF6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36D2DBED-14E7-0743-DBB4-D950C6BA30B1}"/>
                  </a:ext>
                </a:extLst>
              </p:cNvPr>
              <p:cNvGrpSpPr/>
              <p:nvPr/>
            </p:nvGrpSpPr>
            <p:grpSpPr>
              <a:xfrm>
                <a:off x="4321640" y="5319247"/>
                <a:ext cx="432227" cy="419500"/>
                <a:chOff x="3988408" y="5883121"/>
                <a:chExt cx="308109" cy="295159"/>
              </a:xfrm>
            </p:grpSpPr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BA09F30F-3438-14B1-51D2-A8564DD0D950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8D4488B8-A8E7-D5A2-3CB3-D6548CFC67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4478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516F6A22-9B42-735F-5C41-D9C6DF344C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408" y="5983766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19364762-9708-6E7C-0479-7D0BB59599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75734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B06EC725-4A3A-27E7-62E0-8ED60B719A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7255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941FEEAC-5D86-00C4-206B-7F8B0E19BE07}"/>
                  </a:ext>
                </a:extLst>
              </p:cNvPr>
              <p:cNvSpPr/>
              <p:nvPr/>
            </p:nvSpPr>
            <p:spPr>
              <a:xfrm>
                <a:off x="4951806" y="5325279"/>
                <a:ext cx="425185" cy="41950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CA" b="1" i="1" dirty="0">
                    <a:solidFill>
                      <a:schemeClr val="bg1"/>
                    </a:solidFill>
                    <a:latin typeface="Fira Sans" panose="020B0503050000020004" pitchFamily="34" charset="0"/>
                  </a:rPr>
                  <a:t>BN</a:t>
                </a: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5592223C-2158-936A-0853-2D2E71AA54CA}"/>
                  </a:ext>
                </a:extLst>
              </p:cNvPr>
              <p:cNvGrpSpPr/>
              <p:nvPr/>
            </p:nvGrpSpPr>
            <p:grpSpPr>
              <a:xfrm>
                <a:off x="5574929" y="5325279"/>
                <a:ext cx="425185" cy="419500"/>
                <a:chOff x="5804654" y="1342332"/>
                <a:chExt cx="519946" cy="509211"/>
              </a:xfrm>
            </p:grpSpPr>
            <p:sp>
              <p:nvSpPr>
                <p:cNvPr id="117" name="Rectangle: Rounded Corners 116">
                  <a:extLst>
                    <a:ext uri="{FF2B5EF4-FFF2-40B4-BE49-F238E27FC236}">
                      <a16:creationId xmlns:a16="http://schemas.microsoft.com/office/drawing/2014/main" id="{0ED658BF-02C0-044B-32C6-5F1A1B9E981A}"/>
                    </a:ext>
                  </a:extLst>
                </p:cNvPr>
                <p:cNvSpPr/>
                <p:nvPr/>
              </p:nvSpPr>
              <p:spPr>
                <a:xfrm>
                  <a:off x="5804654" y="1342332"/>
                  <a:ext cx="519946" cy="509211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4FA41065-D30C-A513-F002-10E78CD5B333}"/>
                    </a:ext>
                  </a:extLst>
                </p:cNvPr>
                <p:cNvSpPr/>
                <p:nvPr/>
              </p:nvSpPr>
              <p:spPr>
                <a:xfrm>
                  <a:off x="5897410" y="1434153"/>
                  <a:ext cx="334433" cy="310925"/>
                </a:xfrm>
                <a:custGeom>
                  <a:avLst/>
                  <a:gdLst>
                    <a:gd name="csX0" fmla="*/ 0 w 334433"/>
                    <a:gd name="csY0" fmla="*/ 283633 h 310925"/>
                    <a:gd name="csX1" fmla="*/ 220133 w 334433"/>
                    <a:gd name="csY1" fmla="*/ 283633 h 310925"/>
                    <a:gd name="csX2" fmla="*/ 334433 w 334433"/>
                    <a:gd name="csY2" fmla="*/ 0 h 3109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4433" h="310925">
                      <a:moveTo>
                        <a:pt x="0" y="283633"/>
                      </a:moveTo>
                      <a:cubicBezTo>
                        <a:pt x="82197" y="307269"/>
                        <a:pt x="164394" y="330905"/>
                        <a:pt x="220133" y="283633"/>
                      </a:cubicBezTo>
                      <a:cubicBezTo>
                        <a:pt x="275872" y="236361"/>
                        <a:pt x="305152" y="118180"/>
                        <a:pt x="334433" y="0"/>
                      </a:cubicBezTo>
                    </a:path>
                  </a:pathLst>
                </a:cu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B4370E8D-6A73-2B9E-95D6-70CF1CDBA6D1}"/>
                  </a:ext>
                </a:extLst>
              </p:cNvPr>
              <p:cNvGrpSpPr/>
              <p:nvPr/>
            </p:nvGrpSpPr>
            <p:grpSpPr>
              <a:xfrm>
                <a:off x="6221627" y="5325279"/>
                <a:ext cx="425185" cy="419500"/>
                <a:chOff x="3993428" y="5883121"/>
                <a:chExt cx="303089" cy="295159"/>
              </a:xfrm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B8FBC0C8-9EF9-3F6F-79B7-EC46F44A13E0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7D2434FD-C552-A999-B93C-1252D20D6F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28621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3AA1D78E-56A4-5F94-0785-0B159BBB2F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9876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7" name="Rectangle: Rounded Corners 126">
                <a:extLst>
                  <a:ext uri="{FF2B5EF4-FFF2-40B4-BE49-F238E27FC236}">
                    <a16:creationId xmlns:a16="http://schemas.microsoft.com/office/drawing/2014/main" id="{C2A4F0D1-EC27-0A79-2C6E-B2C48B5D652D}"/>
                  </a:ext>
                </a:extLst>
              </p:cNvPr>
              <p:cNvSpPr/>
              <p:nvPr/>
            </p:nvSpPr>
            <p:spPr>
              <a:xfrm>
                <a:off x="3048931" y="6509310"/>
                <a:ext cx="3475644" cy="9996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1FBCFCB9-9690-A878-5412-0E914E870A69}"/>
                  </a:ext>
                </a:extLst>
              </p:cNvPr>
              <p:cNvGrpSpPr/>
              <p:nvPr/>
            </p:nvGrpSpPr>
            <p:grpSpPr>
              <a:xfrm>
                <a:off x="3419302" y="6938285"/>
                <a:ext cx="425185" cy="419500"/>
                <a:chOff x="3993428" y="5883121"/>
                <a:chExt cx="303089" cy="295159"/>
              </a:xfrm>
            </p:grpSpPr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639BCD47-8C4D-CA03-16B4-2D33D6132CFE}"/>
                    </a:ext>
                  </a:extLst>
                </p:cNvPr>
                <p:cNvSpPr/>
                <p:nvPr/>
              </p:nvSpPr>
              <p:spPr>
                <a:xfrm>
                  <a:off x="3993428" y="5883121"/>
                  <a:ext cx="303089" cy="2951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447"/>
                </a:p>
              </p:txBody>
            </p: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6DEE92E1-5D49-1828-87DC-B5981BFAD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3428" y="6028621"/>
                  <a:ext cx="30308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F132B0DC-B8F8-4889-A0E5-8F62344C62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9876" y="5883121"/>
                  <a:ext cx="0" cy="2951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4099EBC6-B46E-3464-C8F6-B206650F3FD6}"/>
                  </a:ext>
                </a:extLst>
              </p:cNvPr>
              <p:cNvSpPr/>
              <p:nvPr/>
            </p:nvSpPr>
            <p:spPr>
              <a:xfrm>
                <a:off x="4693902" y="7015292"/>
                <a:ext cx="260749" cy="2511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C9B39D18-0FD5-C428-C683-CDD7954594A0}"/>
                  </a:ext>
                </a:extLst>
              </p:cNvPr>
              <p:cNvSpPr/>
              <p:nvPr/>
            </p:nvSpPr>
            <p:spPr>
              <a:xfrm>
                <a:off x="5047005" y="7015292"/>
                <a:ext cx="260749" cy="2511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A9E141F1-A509-0D05-CB72-53077C52CDA4}"/>
                  </a:ext>
                </a:extLst>
              </p:cNvPr>
              <p:cNvSpPr/>
              <p:nvPr/>
            </p:nvSpPr>
            <p:spPr>
              <a:xfrm>
                <a:off x="5400109" y="7015292"/>
                <a:ext cx="260749" cy="2511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7258EA28-E1C3-F9AC-A017-B9D23F1203D0}"/>
                  </a:ext>
                </a:extLst>
              </p:cNvPr>
              <p:cNvSpPr/>
              <p:nvPr/>
            </p:nvSpPr>
            <p:spPr>
              <a:xfrm>
                <a:off x="5734518" y="7128286"/>
                <a:ext cx="37387" cy="376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927F4CB3-E982-306D-2AFF-EB8738E10F5A}"/>
                  </a:ext>
                </a:extLst>
              </p:cNvPr>
              <p:cNvSpPr/>
              <p:nvPr/>
            </p:nvSpPr>
            <p:spPr>
              <a:xfrm>
                <a:off x="5808179" y="7128286"/>
                <a:ext cx="37387" cy="376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7899F1E7-4B77-DD98-8A64-3750D60C8F6D}"/>
                  </a:ext>
                </a:extLst>
              </p:cNvPr>
              <p:cNvSpPr/>
              <p:nvPr/>
            </p:nvSpPr>
            <p:spPr>
              <a:xfrm>
                <a:off x="5881840" y="7128286"/>
                <a:ext cx="37387" cy="376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8017319-A4CD-CCC9-17C2-A70F94DBFB94}"/>
                  </a:ext>
                </a:extLst>
              </p:cNvPr>
              <p:cNvSpPr/>
              <p:nvPr/>
            </p:nvSpPr>
            <p:spPr>
              <a:xfrm>
                <a:off x="5993498" y="7021567"/>
                <a:ext cx="260749" cy="2511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9" name="Rectangle: Rounded Corners 138">
                <a:extLst>
                  <a:ext uri="{FF2B5EF4-FFF2-40B4-BE49-F238E27FC236}">
                    <a16:creationId xmlns:a16="http://schemas.microsoft.com/office/drawing/2014/main" id="{B6235B83-87B5-4410-514B-0059E8E8B534}"/>
                  </a:ext>
                </a:extLst>
              </p:cNvPr>
              <p:cNvSpPr/>
              <p:nvPr/>
            </p:nvSpPr>
            <p:spPr>
              <a:xfrm>
                <a:off x="3422244" y="7935018"/>
                <a:ext cx="2774936" cy="36313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 dirty="0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8073672F-39B2-3B7F-114B-87852672661F}"/>
                  </a:ext>
                </a:extLst>
              </p:cNvPr>
              <p:cNvSpPr/>
              <p:nvPr/>
            </p:nvSpPr>
            <p:spPr>
              <a:xfrm>
                <a:off x="3836440" y="8849327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32919039-EC43-448F-0583-FBC03BD2F225}"/>
                  </a:ext>
                </a:extLst>
              </p:cNvPr>
              <p:cNvSpPr/>
              <p:nvPr/>
            </p:nvSpPr>
            <p:spPr>
              <a:xfrm>
                <a:off x="3836440" y="8337180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1685E5A4-2E7B-F4DA-AC61-6D1B7F52DDB3}"/>
                  </a:ext>
                </a:extLst>
              </p:cNvPr>
              <p:cNvSpPr/>
              <p:nvPr/>
            </p:nvSpPr>
            <p:spPr>
              <a:xfrm>
                <a:off x="3836440" y="9393897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FB2946B8-A217-491A-1449-307203D59469}"/>
                  </a:ext>
                </a:extLst>
              </p:cNvPr>
              <p:cNvSpPr/>
              <p:nvPr/>
            </p:nvSpPr>
            <p:spPr>
              <a:xfrm>
                <a:off x="4630099" y="8849327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EDE72444-D108-6356-A463-3173B70DCFD8}"/>
                  </a:ext>
                </a:extLst>
              </p:cNvPr>
              <p:cNvSpPr/>
              <p:nvPr/>
            </p:nvSpPr>
            <p:spPr>
              <a:xfrm>
                <a:off x="4630099" y="8337180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92266820-612A-8E7E-7C21-A8E41D3823A6}"/>
                  </a:ext>
                </a:extLst>
              </p:cNvPr>
              <p:cNvSpPr/>
              <p:nvPr/>
            </p:nvSpPr>
            <p:spPr>
              <a:xfrm>
                <a:off x="4628178" y="9395899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E86DDAA2-538B-1C39-B084-2F57011F3CD7}"/>
                  </a:ext>
                </a:extLst>
              </p:cNvPr>
              <p:cNvCxnSpPr>
                <a:stCxn id="141" idx="6"/>
                <a:endCxn id="144" idx="2"/>
              </p:cNvCxnSpPr>
              <p:nvPr/>
            </p:nvCxnSpPr>
            <p:spPr>
              <a:xfrm>
                <a:off x="4185351" y="8511556"/>
                <a:ext cx="444747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C5739399-FFCA-69EA-8505-5227F19B52C5}"/>
                  </a:ext>
                </a:extLst>
              </p:cNvPr>
              <p:cNvCxnSpPr>
                <a:stCxn id="141" idx="6"/>
                <a:endCxn id="143" idx="2"/>
              </p:cNvCxnSpPr>
              <p:nvPr/>
            </p:nvCxnSpPr>
            <p:spPr>
              <a:xfrm>
                <a:off x="4185351" y="8511556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C3578F00-95E6-BCD8-6828-1C248AEEA758}"/>
                  </a:ext>
                </a:extLst>
              </p:cNvPr>
              <p:cNvCxnSpPr>
                <a:stCxn id="143" idx="2"/>
                <a:endCxn id="142" idx="6"/>
              </p:cNvCxnSpPr>
              <p:nvPr/>
            </p:nvCxnSpPr>
            <p:spPr>
              <a:xfrm flipH="1">
                <a:off x="4185351" y="9023704"/>
                <a:ext cx="444747" cy="54457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A661660D-142E-3829-7796-755C8097B19B}"/>
                  </a:ext>
                </a:extLst>
              </p:cNvPr>
              <p:cNvCxnSpPr>
                <a:stCxn id="141" idx="6"/>
                <a:endCxn id="145" idx="2"/>
              </p:cNvCxnSpPr>
              <p:nvPr/>
            </p:nvCxnSpPr>
            <p:spPr>
              <a:xfrm>
                <a:off x="4185351" y="8511556"/>
                <a:ext cx="442827" cy="1058719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5A872BA8-6D72-FDAC-54DA-99E4C6EB1A8C}"/>
                  </a:ext>
                </a:extLst>
              </p:cNvPr>
              <p:cNvSpPr/>
              <p:nvPr/>
            </p:nvSpPr>
            <p:spPr>
              <a:xfrm>
                <a:off x="5419916" y="8849327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21F7A837-2B88-C730-CC8D-CC010F67FB83}"/>
                  </a:ext>
                </a:extLst>
              </p:cNvPr>
              <p:cNvSpPr/>
              <p:nvPr/>
            </p:nvSpPr>
            <p:spPr>
              <a:xfrm>
                <a:off x="5419916" y="8337180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05BD2199-3F0E-1324-E91A-0EE721760844}"/>
                  </a:ext>
                </a:extLst>
              </p:cNvPr>
              <p:cNvSpPr/>
              <p:nvPr/>
            </p:nvSpPr>
            <p:spPr>
              <a:xfrm>
                <a:off x="5417995" y="9395899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0CEE0EFE-5AE8-2692-14E2-B18FF896F382}"/>
                  </a:ext>
                </a:extLst>
              </p:cNvPr>
              <p:cNvCxnSpPr>
                <a:cxnSpLocks/>
                <a:endCxn id="145" idx="2"/>
              </p:cNvCxnSpPr>
              <p:nvPr/>
            </p:nvCxnSpPr>
            <p:spPr>
              <a:xfrm>
                <a:off x="4190924" y="9027215"/>
                <a:ext cx="437254" cy="54306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A1C6D23-21EF-5DF7-8DF8-D49F2C92DA3A}"/>
                  </a:ext>
                </a:extLst>
              </p:cNvPr>
              <p:cNvCxnSpPr>
                <a:cxnSpLocks/>
                <a:stCxn id="142" idx="6"/>
                <a:endCxn id="145" idx="2"/>
              </p:cNvCxnSpPr>
              <p:nvPr/>
            </p:nvCxnSpPr>
            <p:spPr>
              <a:xfrm>
                <a:off x="4185351" y="9568273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EE413580-F523-EB1E-F7BF-A53B042B88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5351" y="9025212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16813BF7-32B5-0B53-9457-23A911505E75}"/>
                  </a:ext>
                </a:extLst>
              </p:cNvPr>
              <p:cNvCxnSpPr>
                <a:cxnSpLocks/>
                <a:stCxn id="140" idx="6"/>
                <a:endCxn id="144" idx="2"/>
              </p:cNvCxnSpPr>
              <p:nvPr/>
            </p:nvCxnSpPr>
            <p:spPr>
              <a:xfrm flipV="1">
                <a:off x="4185351" y="8511556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792059E2-F116-E89C-CCBD-F2697FBE8621}"/>
                  </a:ext>
                </a:extLst>
              </p:cNvPr>
              <p:cNvCxnSpPr>
                <a:cxnSpLocks/>
                <a:stCxn id="142" idx="6"/>
                <a:endCxn id="144" idx="2"/>
              </p:cNvCxnSpPr>
              <p:nvPr/>
            </p:nvCxnSpPr>
            <p:spPr>
              <a:xfrm flipV="1">
                <a:off x="4185351" y="8511556"/>
                <a:ext cx="444747" cy="105671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ADB2FE87-EF1E-D5A0-723E-1CFBCCE18925}"/>
                  </a:ext>
                </a:extLst>
              </p:cNvPr>
              <p:cNvCxnSpPr/>
              <p:nvPr/>
            </p:nvCxnSpPr>
            <p:spPr>
              <a:xfrm>
                <a:off x="4980931" y="8511556"/>
                <a:ext cx="444747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2F81CAFC-D88D-63D4-F89E-2A463CEAE4AB}"/>
                  </a:ext>
                </a:extLst>
              </p:cNvPr>
              <p:cNvCxnSpPr/>
              <p:nvPr/>
            </p:nvCxnSpPr>
            <p:spPr>
              <a:xfrm>
                <a:off x="4980931" y="8511556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19AD1B0A-3A10-1F14-6EF6-1624F4020CA5}"/>
                  </a:ext>
                </a:extLst>
              </p:cNvPr>
              <p:cNvCxnSpPr/>
              <p:nvPr/>
            </p:nvCxnSpPr>
            <p:spPr>
              <a:xfrm flipH="1">
                <a:off x="4980931" y="9023704"/>
                <a:ext cx="444747" cy="54457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2A8FCF79-E5EC-C946-264C-5E6CF14C4D28}"/>
                  </a:ext>
                </a:extLst>
              </p:cNvPr>
              <p:cNvCxnSpPr/>
              <p:nvPr/>
            </p:nvCxnSpPr>
            <p:spPr>
              <a:xfrm>
                <a:off x="4980931" y="8511556"/>
                <a:ext cx="442827" cy="1058719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43A38DF5-3493-F49D-F312-52252BD1BA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6504" y="9027215"/>
                <a:ext cx="437254" cy="54306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516F5C17-D158-766C-AEB7-DF0304F916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0931" y="9568273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22507A9B-91B6-93E8-97A0-D3A52AEDDC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0931" y="9025212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FEB93B96-5E8E-2398-CA70-AD8AC034F2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0931" y="8511556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6BCB0890-E457-C2F3-8EB1-EAB0299B1E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0931" y="8511556"/>
                <a:ext cx="444747" cy="105671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8FC10C82-118E-F722-E285-9809643AAE87}"/>
                  </a:ext>
                </a:extLst>
              </p:cNvPr>
              <p:cNvGrpSpPr/>
              <p:nvPr/>
            </p:nvGrpSpPr>
            <p:grpSpPr>
              <a:xfrm>
                <a:off x="4406765" y="10341355"/>
                <a:ext cx="805932" cy="754318"/>
                <a:chOff x="5804654" y="1342332"/>
                <a:chExt cx="519946" cy="509211"/>
              </a:xfrm>
            </p:grpSpPr>
            <p:sp>
              <p:nvSpPr>
                <p:cNvPr id="175" name="Rectangle: Rounded Corners 174">
                  <a:extLst>
                    <a:ext uri="{FF2B5EF4-FFF2-40B4-BE49-F238E27FC236}">
                      <a16:creationId xmlns:a16="http://schemas.microsoft.com/office/drawing/2014/main" id="{E01F0A16-0851-3CBA-4654-77C03C3083EB}"/>
                    </a:ext>
                  </a:extLst>
                </p:cNvPr>
                <p:cNvSpPr/>
                <p:nvPr/>
              </p:nvSpPr>
              <p:spPr>
                <a:xfrm>
                  <a:off x="5804654" y="1342332"/>
                  <a:ext cx="519946" cy="509211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2FDB08E3-890D-E737-AA1B-B1A149C146A1}"/>
                    </a:ext>
                  </a:extLst>
                </p:cNvPr>
                <p:cNvSpPr/>
                <p:nvPr/>
              </p:nvSpPr>
              <p:spPr>
                <a:xfrm>
                  <a:off x="5897410" y="1434153"/>
                  <a:ext cx="334433" cy="310925"/>
                </a:xfrm>
                <a:custGeom>
                  <a:avLst/>
                  <a:gdLst>
                    <a:gd name="csX0" fmla="*/ 0 w 334433"/>
                    <a:gd name="csY0" fmla="*/ 283633 h 310925"/>
                    <a:gd name="csX1" fmla="*/ 220133 w 334433"/>
                    <a:gd name="csY1" fmla="*/ 283633 h 310925"/>
                    <a:gd name="csX2" fmla="*/ 334433 w 334433"/>
                    <a:gd name="csY2" fmla="*/ 0 h 3109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4433" h="310925">
                      <a:moveTo>
                        <a:pt x="0" y="283633"/>
                      </a:moveTo>
                      <a:cubicBezTo>
                        <a:pt x="82197" y="307269"/>
                        <a:pt x="164394" y="330905"/>
                        <a:pt x="220133" y="283633"/>
                      </a:cubicBezTo>
                      <a:cubicBezTo>
                        <a:pt x="275872" y="236361"/>
                        <a:pt x="305152" y="118180"/>
                        <a:pt x="334433" y="0"/>
                      </a:cubicBezTo>
                    </a:path>
                  </a:pathLst>
                </a:cu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</p:grp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0B852E79-577A-9EBB-11D9-3A37BABF1F1F}"/>
                  </a:ext>
                </a:extLst>
              </p:cNvPr>
              <p:cNvCxnSpPr>
                <a:cxnSpLocks/>
                <a:stCxn id="175" idx="0"/>
              </p:cNvCxnSpPr>
              <p:nvPr/>
            </p:nvCxnSpPr>
            <p:spPr>
              <a:xfrm flipH="1" flipV="1">
                <a:off x="4201794" y="9568273"/>
                <a:ext cx="607937" cy="773083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97DE1D67-F87C-23A6-75A3-9545BC7EA3BE}"/>
                  </a:ext>
                </a:extLst>
              </p:cNvPr>
              <p:cNvCxnSpPr>
                <a:cxnSpLocks/>
                <a:stCxn id="175" idx="0"/>
                <a:endCxn id="152" idx="2"/>
              </p:cNvCxnSpPr>
              <p:nvPr/>
            </p:nvCxnSpPr>
            <p:spPr>
              <a:xfrm flipV="1">
                <a:off x="4809731" y="9570275"/>
                <a:ext cx="608264" cy="77108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560B020B-1C75-6FE2-8653-E1C389FE4B08}"/>
                  </a:ext>
                </a:extLst>
              </p:cNvPr>
              <p:cNvCxnSpPr>
                <a:cxnSpLocks/>
                <a:stCxn id="175" idx="0"/>
              </p:cNvCxnSpPr>
              <p:nvPr/>
            </p:nvCxnSpPr>
            <p:spPr>
              <a:xfrm flipH="1" flipV="1">
                <a:off x="4616842" y="9567272"/>
                <a:ext cx="192889" cy="774084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51A137B5-3A4D-866D-9CCB-2718F4855980}"/>
                  </a:ext>
                </a:extLst>
              </p:cNvPr>
              <p:cNvCxnSpPr>
                <a:cxnSpLocks/>
                <a:stCxn id="175" idx="0"/>
              </p:cNvCxnSpPr>
              <p:nvPr/>
            </p:nvCxnSpPr>
            <p:spPr>
              <a:xfrm flipV="1">
                <a:off x="4809731" y="9572435"/>
                <a:ext cx="174852" cy="76892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C3E9F7F4-4D47-14DC-FDC5-1D76A42075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63508" y="11087634"/>
                <a:ext cx="2942254" cy="2516896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80E54605-38B9-79FE-19CC-616F3A4DE0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49400" y="11102090"/>
                <a:ext cx="3564463" cy="250244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2" name="Rectangle: Rounded Corners 191">
                <a:extLst>
                  <a:ext uri="{FF2B5EF4-FFF2-40B4-BE49-F238E27FC236}">
                    <a16:creationId xmlns:a16="http://schemas.microsoft.com/office/drawing/2014/main" id="{B607FC1B-99AB-42FE-C6D6-BECE7286C681}"/>
                  </a:ext>
                </a:extLst>
              </p:cNvPr>
              <p:cNvSpPr/>
              <p:nvPr/>
            </p:nvSpPr>
            <p:spPr>
              <a:xfrm>
                <a:off x="2989461" y="12492399"/>
                <a:ext cx="3264785" cy="21743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 dirty="0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00C77789-4F76-0ADD-1CE3-4894D3D5B64B}"/>
                  </a:ext>
                </a:extLst>
              </p:cNvPr>
              <p:cNvSpPr/>
              <p:nvPr/>
            </p:nvSpPr>
            <p:spPr>
              <a:xfrm>
                <a:off x="3165783" y="13406709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5ADDED88-09C2-1715-9FD6-BAF347A230B9}"/>
                  </a:ext>
                </a:extLst>
              </p:cNvPr>
              <p:cNvSpPr/>
              <p:nvPr/>
            </p:nvSpPr>
            <p:spPr>
              <a:xfrm>
                <a:off x="3165783" y="12894562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EDACBA2-B626-10A7-1E75-E0DA9397E252}"/>
                  </a:ext>
                </a:extLst>
              </p:cNvPr>
              <p:cNvSpPr/>
              <p:nvPr/>
            </p:nvSpPr>
            <p:spPr>
              <a:xfrm>
                <a:off x="3165783" y="13951279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0313B061-3BEE-22FF-0A49-A72DAED39721}"/>
                  </a:ext>
                </a:extLst>
              </p:cNvPr>
              <p:cNvSpPr/>
              <p:nvPr/>
            </p:nvSpPr>
            <p:spPr>
              <a:xfrm>
                <a:off x="3959442" y="13406709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39C3DFB7-FEF5-2EC9-25A6-4B84761B4C4C}"/>
                  </a:ext>
                </a:extLst>
              </p:cNvPr>
              <p:cNvSpPr/>
              <p:nvPr/>
            </p:nvSpPr>
            <p:spPr>
              <a:xfrm>
                <a:off x="3959442" y="12894562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2A5B3CF0-8B4F-DF83-A0AF-4E76199C937D}"/>
                  </a:ext>
                </a:extLst>
              </p:cNvPr>
              <p:cNvSpPr/>
              <p:nvPr/>
            </p:nvSpPr>
            <p:spPr>
              <a:xfrm>
                <a:off x="3957521" y="13953281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A658406E-B066-7212-2E69-64BCD177E26E}"/>
                  </a:ext>
                </a:extLst>
              </p:cNvPr>
              <p:cNvCxnSpPr>
                <a:stCxn id="194" idx="6"/>
                <a:endCxn id="197" idx="2"/>
              </p:cNvCxnSpPr>
              <p:nvPr/>
            </p:nvCxnSpPr>
            <p:spPr>
              <a:xfrm>
                <a:off x="3514694" y="13068938"/>
                <a:ext cx="444747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39007B22-18F1-01D2-3379-96B776F5850C}"/>
                  </a:ext>
                </a:extLst>
              </p:cNvPr>
              <p:cNvCxnSpPr>
                <a:stCxn id="194" idx="6"/>
                <a:endCxn id="196" idx="2"/>
              </p:cNvCxnSpPr>
              <p:nvPr/>
            </p:nvCxnSpPr>
            <p:spPr>
              <a:xfrm>
                <a:off x="3514694" y="13068938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0D14322D-9ED6-CB8C-FBC7-B2F4E06852E6}"/>
                  </a:ext>
                </a:extLst>
              </p:cNvPr>
              <p:cNvCxnSpPr>
                <a:stCxn id="196" idx="2"/>
                <a:endCxn id="195" idx="6"/>
              </p:cNvCxnSpPr>
              <p:nvPr/>
            </p:nvCxnSpPr>
            <p:spPr>
              <a:xfrm flipH="1">
                <a:off x="3514694" y="13581086"/>
                <a:ext cx="444747" cy="54457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BD851C50-3317-CAD1-15AC-F4EAC4BC288C}"/>
                  </a:ext>
                </a:extLst>
              </p:cNvPr>
              <p:cNvCxnSpPr>
                <a:stCxn id="194" idx="6"/>
                <a:endCxn id="198" idx="2"/>
              </p:cNvCxnSpPr>
              <p:nvPr/>
            </p:nvCxnSpPr>
            <p:spPr>
              <a:xfrm>
                <a:off x="3514694" y="13068938"/>
                <a:ext cx="442827" cy="1058719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F72D89F-615F-D65F-A822-84EE66FE0CC6}"/>
                  </a:ext>
                </a:extLst>
              </p:cNvPr>
              <p:cNvSpPr/>
              <p:nvPr/>
            </p:nvSpPr>
            <p:spPr>
              <a:xfrm>
                <a:off x="4749259" y="13406709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DF9B5182-20A7-AC0E-DED6-3692CFE396F5}"/>
                  </a:ext>
                </a:extLst>
              </p:cNvPr>
              <p:cNvSpPr/>
              <p:nvPr/>
            </p:nvSpPr>
            <p:spPr>
              <a:xfrm>
                <a:off x="4749259" y="12894562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AA97881B-9BAD-E129-9C19-80891EDFEF1A}"/>
                  </a:ext>
                </a:extLst>
              </p:cNvPr>
              <p:cNvSpPr/>
              <p:nvPr/>
            </p:nvSpPr>
            <p:spPr>
              <a:xfrm>
                <a:off x="4747338" y="13953281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A5452311-56DE-F747-47E6-3D3D8F730BE2}"/>
                  </a:ext>
                </a:extLst>
              </p:cNvPr>
              <p:cNvCxnSpPr>
                <a:cxnSpLocks/>
                <a:endCxn id="198" idx="2"/>
              </p:cNvCxnSpPr>
              <p:nvPr/>
            </p:nvCxnSpPr>
            <p:spPr>
              <a:xfrm>
                <a:off x="3520267" y="13584597"/>
                <a:ext cx="437254" cy="54306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D99966F0-1C0F-C629-48BA-114EA455AD92}"/>
                  </a:ext>
                </a:extLst>
              </p:cNvPr>
              <p:cNvCxnSpPr>
                <a:cxnSpLocks/>
                <a:stCxn id="195" idx="6"/>
                <a:endCxn id="198" idx="2"/>
              </p:cNvCxnSpPr>
              <p:nvPr/>
            </p:nvCxnSpPr>
            <p:spPr>
              <a:xfrm>
                <a:off x="3514694" y="14125655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8D7110A4-5201-E710-FFC5-7702DDD73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4694" y="13582594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45659860-EB31-45AF-06B1-42D27C18B88B}"/>
                  </a:ext>
                </a:extLst>
              </p:cNvPr>
              <p:cNvCxnSpPr>
                <a:cxnSpLocks/>
                <a:stCxn id="193" idx="6"/>
                <a:endCxn id="197" idx="2"/>
              </p:cNvCxnSpPr>
              <p:nvPr/>
            </p:nvCxnSpPr>
            <p:spPr>
              <a:xfrm flipV="1">
                <a:off x="3514694" y="13068938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81CA1100-BBE2-D1DA-534A-9773A32CBFB0}"/>
                  </a:ext>
                </a:extLst>
              </p:cNvPr>
              <p:cNvCxnSpPr>
                <a:cxnSpLocks/>
                <a:stCxn id="195" idx="6"/>
                <a:endCxn id="197" idx="2"/>
              </p:cNvCxnSpPr>
              <p:nvPr/>
            </p:nvCxnSpPr>
            <p:spPr>
              <a:xfrm flipV="1">
                <a:off x="3514694" y="13068938"/>
                <a:ext cx="444747" cy="105671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F9D48793-5013-08A9-DDFC-0DB44B0E17EA}"/>
                  </a:ext>
                </a:extLst>
              </p:cNvPr>
              <p:cNvCxnSpPr/>
              <p:nvPr/>
            </p:nvCxnSpPr>
            <p:spPr>
              <a:xfrm>
                <a:off x="4310274" y="13068938"/>
                <a:ext cx="444747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62D4DCE3-8A92-A43B-6509-D60BBCC3512A}"/>
                  </a:ext>
                </a:extLst>
              </p:cNvPr>
              <p:cNvCxnSpPr/>
              <p:nvPr/>
            </p:nvCxnSpPr>
            <p:spPr>
              <a:xfrm>
                <a:off x="4310274" y="13068938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F27CDE00-C03E-4EDF-97FF-8144DCE428C9}"/>
                  </a:ext>
                </a:extLst>
              </p:cNvPr>
              <p:cNvCxnSpPr/>
              <p:nvPr/>
            </p:nvCxnSpPr>
            <p:spPr>
              <a:xfrm flipH="1">
                <a:off x="4310274" y="13581086"/>
                <a:ext cx="444747" cy="54457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F0F129A5-ABE8-BE41-8D36-EC473E4D3AA0}"/>
                  </a:ext>
                </a:extLst>
              </p:cNvPr>
              <p:cNvCxnSpPr/>
              <p:nvPr/>
            </p:nvCxnSpPr>
            <p:spPr>
              <a:xfrm>
                <a:off x="4310274" y="13068938"/>
                <a:ext cx="442827" cy="1058719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102BB529-930D-4A13-6387-74A83FA599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5847" y="13584597"/>
                <a:ext cx="437254" cy="54306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98F3DE65-D56B-AE71-5313-8B7F3F7122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0274" y="14125655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0AE68E4A-D7B2-A045-F3CA-D6B277EC0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0274" y="13582594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B3F780BD-F268-3130-28FA-E784FB95B5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10274" y="13068938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68796817-9745-48A6-FA1B-ACFA5F924E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10274" y="13068938"/>
                <a:ext cx="444747" cy="105671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7" name="Rectangle: Rounded Corners 226">
                <a:extLst>
                  <a:ext uri="{FF2B5EF4-FFF2-40B4-BE49-F238E27FC236}">
                    <a16:creationId xmlns:a16="http://schemas.microsoft.com/office/drawing/2014/main" id="{2C123A53-9DE8-A924-58F5-6F16EE44C3B3}"/>
                  </a:ext>
                </a:extLst>
              </p:cNvPr>
              <p:cNvSpPr/>
              <p:nvPr/>
            </p:nvSpPr>
            <p:spPr>
              <a:xfrm>
                <a:off x="5279012" y="13196961"/>
                <a:ext cx="805932" cy="754318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D86924D1-F3B8-CFFA-C4AD-094B96C1CB20}"/>
                  </a:ext>
                </a:extLst>
              </p:cNvPr>
              <p:cNvSpPr/>
              <p:nvPr/>
            </p:nvSpPr>
            <p:spPr>
              <a:xfrm>
                <a:off x="5393267" y="13318067"/>
                <a:ext cx="601133" cy="516791"/>
              </a:xfrm>
              <a:custGeom>
                <a:avLst/>
                <a:gdLst>
                  <a:gd name="csX0" fmla="*/ 0 w 601133"/>
                  <a:gd name="csY0" fmla="*/ 491066 h 516791"/>
                  <a:gd name="csX1" fmla="*/ 228600 w 601133"/>
                  <a:gd name="csY1" fmla="*/ 474133 h 516791"/>
                  <a:gd name="csX2" fmla="*/ 406400 w 601133"/>
                  <a:gd name="csY2" fmla="*/ 93133 h 516791"/>
                  <a:gd name="csX3" fmla="*/ 601133 w 601133"/>
                  <a:gd name="csY3" fmla="*/ 0 h 5167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1133" h="516791">
                    <a:moveTo>
                      <a:pt x="0" y="491066"/>
                    </a:moveTo>
                    <a:cubicBezTo>
                      <a:pt x="80433" y="515760"/>
                      <a:pt x="160867" y="540455"/>
                      <a:pt x="228600" y="474133"/>
                    </a:cubicBezTo>
                    <a:cubicBezTo>
                      <a:pt x="296333" y="407811"/>
                      <a:pt x="344311" y="172155"/>
                      <a:pt x="406400" y="93133"/>
                    </a:cubicBezTo>
                    <a:cubicBezTo>
                      <a:pt x="468489" y="14111"/>
                      <a:pt x="534811" y="7055"/>
                      <a:pt x="601133" y="0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0E3C4662-B10F-9397-1F19-19A6A4243471}"/>
                  </a:ext>
                </a:extLst>
              </p:cNvPr>
              <p:cNvCxnSpPr>
                <a:cxnSpLocks/>
                <a:endCxn id="227" idx="1"/>
              </p:cNvCxnSpPr>
              <p:nvPr/>
            </p:nvCxnSpPr>
            <p:spPr>
              <a:xfrm>
                <a:off x="5096250" y="13059696"/>
                <a:ext cx="182762" cy="514424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85A6127-3748-13BF-F658-0AD368FFABF2}"/>
                  </a:ext>
                </a:extLst>
              </p:cNvPr>
              <p:cNvCxnSpPr>
                <a:cxnSpLocks/>
                <a:endCxn id="227" idx="1"/>
              </p:cNvCxnSpPr>
              <p:nvPr/>
            </p:nvCxnSpPr>
            <p:spPr>
              <a:xfrm flipV="1">
                <a:off x="5096250" y="13574120"/>
                <a:ext cx="182762" cy="551534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E785DAD5-AFD9-1DA2-2142-AF0890299918}"/>
                  </a:ext>
                </a:extLst>
              </p:cNvPr>
              <p:cNvCxnSpPr>
                <a:cxnSpLocks/>
                <a:stCxn id="203" idx="6"/>
                <a:endCxn id="227" idx="1"/>
              </p:cNvCxnSpPr>
              <p:nvPr/>
            </p:nvCxnSpPr>
            <p:spPr>
              <a:xfrm flipV="1">
                <a:off x="5098171" y="13574120"/>
                <a:ext cx="180841" cy="6965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7" name="Rectangle: Rounded Corners 236">
                <a:extLst>
                  <a:ext uri="{FF2B5EF4-FFF2-40B4-BE49-F238E27FC236}">
                    <a16:creationId xmlns:a16="http://schemas.microsoft.com/office/drawing/2014/main" id="{1BC73796-6C3E-35B7-E7A0-8F28E6FFD8D8}"/>
                  </a:ext>
                </a:extLst>
              </p:cNvPr>
              <p:cNvSpPr/>
              <p:nvPr/>
            </p:nvSpPr>
            <p:spPr>
              <a:xfrm>
                <a:off x="6693232" y="12510133"/>
                <a:ext cx="732036" cy="21743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F782DD8E-8FC6-2D99-AEAB-8E7BDC412A3A}"/>
                  </a:ext>
                </a:extLst>
              </p:cNvPr>
              <p:cNvSpPr/>
              <p:nvPr/>
            </p:nvSpPr>
            <p:spPr>
              <a:xfrm>
                <a:off x="6887125" y="12760539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408137F-2498-17B6-7918-10586C6B1032}"/>
                  </a:ext>
                </a:extLst>
              </p:cNvPr>
              <p:cNvSpPr/>
              <p:nvPr/>
            </p:nvSpPr>
            <p:spPr>
              <a:xfrm>
                <a:off x="6887125" y="13387073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D19D24CB-B8AC-FCC7-1D94-289B07316EDB}"/>
                  </a:ext>
                </a:extLst>
              </p:cNvPr>
              <p:cNvSpPr/>
              <p:nvPr/>
            </p:nvSpPr>
            <p:spPr>
              <a:xfrm>
                <a:off x="6895592" y="14030545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1" name="Rectangle: Rounded Corners 240">
                <a:extLst>
                  <a:ext uri="{FF2B5EF4-FFF2-40B4-BE49-F238E27FC236}">
                    <a16:creationId xmlns:a16="http://schemas.microsoft.com/office/drawing/2014/main" id="{3651D062-E7B1-BC68-7E31-164E3B8E2250}"/>
                  </a:ext>
                </a:extLst>
              </p:cNvPr>
              <p:cNvSpPr/>
              <p:nvPr/>
            </p:nvSpPr>
            <p:spPr>
              <a:xfrm>
                <a:off x="2989461" y="14906333"/>
                <a:ext cx="3264785" cy="21743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0F37E6C4-5434-4C93-B56A-306FD5201CE9}"/>
                  </a:ext>
                </a:extLst>
              </p:cNvPr>
              <p:cNvSpPr/>
              <p:nvPr/>
            </p:nvSpPr>
            <p:spPr>
              <a:xfrm>
                <a:off x="3165783" y="15820643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FB96D9F8-C82F-DB22-138E-318C0FB52FFF}"/>
                  </a:ext>
                </a:extLst>
              </p:cNvPr>
              <p:cNvSpPr/>
              <p:nvPr/>
            </p:nvSpPr>
            <p:spPr>
              <a:xfrm>
                <a:off x="3165783" y="15308496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EA83F32A-59F3-4D66-1B91-A9593A2288DF}"/>
                  </a:ext>
                </a:extLst>
              </p:cNvPr>
              <p:cNvSpPr/>
              <p:nvPr/>
            </p:nvSpPr>
            <p:spPr>
              <a:xfrm>
                <a:off x="3165783" y="16365213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A5949F41-3896-5E49-8AD1-012E7BCED0EC}"/>
                  </a:ext>
                </a:extLst>
              </p:cNvPr>
              <p:cNvSpPr/>
              <p:nvPr/>
            </p:nvSpPr>
            <p:spPr>
              <a:xfrm>
                <a:off x="3959442" y="15820643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8064A08B-DD15-4867-4141-0932DA02443E}"/>
                  </a:ext>
                </a:extLst>
              </p:cNvPr>
              <p:cNvSpPr/>
              <p:nvPr/>
            </p:nvSpPr>
            <p:spPr>
              <a:xfrm>
                <a:off x="3959442" y="15308496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D43410EE-BDF3-18CF-535B-838E603F41BA}"/>
                  </a:ext>
                </a:extLst>
              </p:cNvPr>
              <p:cNvSpPr/>
              <p:nvPr/>
            </p:nvSpPr>
            <p:spPr>
              <a:xfrm>
                <a:off x="3957521" y="16367215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2596C1DB-653D-BC8B-A15B-9169A621D6AD}"/>
                  </a:ext>
                </a:extLst>
              </p:cNvPr>
              <p:cNvCxnSpPr>
                <a:stCxn id="243" idx="6"/>
                <a:endCxn id="246" idx="2"/>
              </p:cNvCxnSpPr>
              <p:nvPr/>
            </p:nvCxnSpPr>
            <p:spPr>
              <a:xfrm>
                <a:off x="3514694" y="15482872"/>
                <a:ext cx="444747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C44CCB3D-4325-948E-46B1-5A7B16D93E5C}"/>
                  </a:ext>
                </a:extLst>
              </p:cNvPr>
              <p:cNvCxnSpPr>
                <a:stCxn id="243" idx="6"/>
                <a:endCxn id="245" idx="2"/>
              </p:cNvCxnSpPr>
              <p:nvPr/>
            </p:nvCxnSpPr>
            <p:spPr>
              <a:xfrm>
                <a:off x="3514694" y="15482872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43B7FDAD-4382-113F-AEFC-146B25222029}"/>
                  </a:ext>
                </a:extLst>
              </p:cNvPr>
              <p:cNvCxnSpPr>
                <a:stCxn id="245" idx="2"/>
                <a:endCxn id="244" idx="6"/>
              </p:cNvCxnSpPr>
              <p:nvPr/>
            </p:nvCxnSpPr>
            <p:spPr>
              <a:xfrm flipH="1">
                <a:off x="3514694" y="15995020"/>
                <a:ext cx="444747" cy="54457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EAE781A0-45B1-AD5B-5676-0ECB03079AD0}"/>
                  </a:ext>
                </a:extLst>
              </p:cNvPr>
              <p:cNvCxnSpPr>
                <a:stCxn id="243" idx="6"/>
                <a:endCxn id="247" idx="2"/>
              </p:cNvCxnSpPr>
              <p:nvPr/>
            </p:nvCxnSpPr>
            <p:spPr>
              <a:xfrm>
                <a:off x="3514694" y="15482872"/>
                <a:ext cx="442827" cy="1058719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8E617833-7CA3-9FAB-79EF-56F477778BB8}"/>
                  </a:ext>
                </a:extLst>
              </p:cNvPr>
              <p:cNvSpPr/>
              <p:nvPr/>
            </p:nvSpPr>
            <p:spPr>
              <a:xfrm>
                <a:off x="4749259" y="15331573"/>
                <a:ext cx="235324" cy="23630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FA5D8548-BD13-D0D6-1CC1-182D3BBF8AFF}"/>
                  </a:ext>
                </a:extLst>
              </p:cNvPr>
              <p:cNvCxnSpPr>
                <a:cxnSpLocks/>
                <a:endCxn id="247" idx="2"/>
              </p:cNvCxnSpPr>
              <p:nvPr/>
            </p:nvCxnSpPr>
            <p:spPr>
              <a:xfrm>
                <a:off x="3520267" y="15998531"/>
                <a:ext cx="437254" cy="54306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A6703AB8-3442-CC4A-5C0B-78784BDBEA0C}"/>
                  </a:ext>
                </a:extLst>
              </p:cNvPr>
              <p:cNvCxnSpPr>
                <a:cxnSpLocks/>
                <a:stCxn id="244" idx="6"/>
                <a:endCxn id="247" idx="2"/>
              </p:cNvCxnSpPr>
              <p:nvPr/>
            </p:nvCxnSpPr>
            <p:spPr>
              <a:xfrm>
                <a:off x="3514694" y="16539589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952494D6-CB9C-4592-BD30-9AD339167B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4694" y="15996528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6D676012-D765-130B-A136-B8F014394B4E}"/>
                  </a:ext>
                </a:extLst>
              </p:cNvPr>
              <p:cNvCxnSpPr>
                <a:cxnSpLocks/>
                <a:stCxn id="242" idx="6"/>
                <a:endCxn id="246" idx="2"/>
              </p:cNvCxnSpPr>
              <p:nvPr/>
            </p:nvCxnSpPr>
            <p:spPr>
              <a:xfrm flipV="1">
                <a:off x="3514694" y="15482872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E8799455-99D8-E2FD-7CB6-A1B5A66F64CA}"/>
                  </a:ext>
                </a:extLst>
              </p:cNvPr>
              <p:cNvCxnSpPr>
                <a:cxnSpLocks/>
                <a:stCxn id="244" idx="6"/>
                <a:endCxn id="246" idx="2"/>
              </p:cNvCxnSpPr>
              <p:nvPr/>
            </p:nvCxnSpPr>
            <p:spPr>
              <a:xfrm flipV="1">
                <a:off x="3514694" y="15482872"/>
                <a:ext cx="444747" cy="105671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167C4FBB-2423-05D0-50CE-F86E74CF2F3F}"/>
                  </a:ext>
                </a:extLst>
              </p:cNvPr>
              <p:cNvCxnSpPr/>
              <p:nvPr/>
            </p:nvCxnSpPr>
            <p:spPr>
              <a:xfrm>
                <a:off x="4310274" y="15482872"/>
                <a:ext cx="444747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D5E14AF5-40C7-629B-6768-8AC972B317C5}"/>
                  </a:ext>
                </a:extLst>
              </p:cNvPr>
              <p:cNvCxnSpPr>
                <a:cxnSpLocks/>
                <a:endCxn id="278" idx="2"/>
              </p:cNvCxnSpPr>
              <p:nvPr/>
            </p:nvCxnSpPr>
            <p:spPr>
              <a:xfrm>
                <a:off x="4310274" y="15505948"/>
                <a:ext cx="444747" cy="297675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331142FA-5461-F858-C7B0-52C5549D56C9}"/>
                  </a:ext>
                </a:extLst>
              </p:cNvPr>
              <p:cNvCxnSpPr>
                <a:cxnSpLocks/>
                <a:stCxn id="278" idx="2"/>
              </p:cNvCxnSpPr>
              <p:nvPr/>
            </p:nvCxnSpPr>
            <p:spPr>
              <a:xfrm flipH="1">
                <a:off x="4310274" y="15803623"/>
                <a:ext cx="444747" cy="759043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2049A2C2-99BF-0E08-EF88-D42471E7C57C}"/>
                  </a:ext>
                </a:extLst>
              </p:cNvPr>
              <p:cNvCxnSpPr/>
              <p:nvPr/>
            </p:nvCxnSpPr>
            <p:spPr>
              <a:xfrm>
                <a:off x="4310274" y="15482872"/>
                <a:ext cx="442827" cy="1058719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ACC833F5-DF55-088D-B6BB-1ADA92B80E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5847" y="15998531"/>
                <a:ext cx="437254" cy="54306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8FE2E8DE-1A7F-AFCE-E026-C8F4DC7A11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0274" y="16539589"/>
                <a:ext cx="442827" cy="200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ECA12EF-7885-413F-87BC-A4621FA803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10274" y="15482872"/>
                <a:ext cx="444747" cy="51214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D875CAFB-8DC9-0965-B6FE-3AD295B37B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10274" y="15482872"/>
                <a:ext cx="444747" cy="1056717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9" name="Rectangle: Rounded Corners 268">
                <a:extLst>
                  <a:ext uri="{FF2B5EF4-FFF2-40B4-BE49-F238E27FC236}">
                    <a16:creationId xmlns:a16="http://schemas.microsoft.com/office/drawing/2014/main" id="{B2BA1B03-5BA1-2E45-5DF1-6112809A28D1}"/>
                  </a:ext>
                </a:extLst>
              </p:cNvPr>
              <p:cNvSpPr/>
              <p:nvPr/>
            </p:nvSpPr>
            <p:spPr>
              <a:xfrm>
                <a:off x="5279012" y="15610895"/>
                <a:ext cx="805932" cy="754318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4EAB7324-F119-01E6-286F-7F8A527C695B}"/>
                  </a:ext>
                </a:extLst>
              </p:cNvPr>
              <p:cNvSpPr/>
              <p:nvPr/>
            </p:nvSpPr>
            <p:spPr>
              <a:xfrm>
                <a:off x="5393267" y="15732001"/>
                <a:ext cx="601133" cy="516791"/>
              </a:xfrm>
              <a:custGeom>
                <a:avLst/>
                <a:gdLst>
                  <a:gd name="csX0" fmla="*/ 0 w 601133"/>
                  <a:gd name="csY0" fmla="*/ 491066 h 516791"/>
                  <a:gd name="csX1" fmla="*/ 228600 w 601133"/>
                  <a:gd name="csY1" fmla="*/ 474133 h 516791"/>
                  <a:gd name="csX2" fmla="*/ 406400 w 601133"/>
                  <a:gd name="csY2" fmla="*/ 93133 h 516791"/>
                  <a:gd name="csX3" fmla="*/ 601133 w 601133"/>
                  <a:gd name="csY3" fmla="*/ 0 h 5167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1133" h="516791">
                    <a:moveTo>
                      <a:pt x="0" y="491066"/>
                    </a:moveTo>
                    <a:cubicBezTo>
                      <a:pt x="80433" y="515760"/>
                      <a:pt x="160867" y="540455"/>
                      <a:pt x="228600" y="474133"/>
                    </a:cubicBezTo>
                    <a:cubicBezTo>
                      <a:pt x="296333" y="407811"/>
                      <a:pt x="344311" y="172155"/>
                      <a:pt x="406400" y="93133"/>
                    </a:cubicBezTo>
                    <a:cubicBezTo>
                      <a:pt x="468489" y="14111"/>
                      <a:pt x="534811" y="7055"/>
                      <a:pt x="601133" y="0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0EF38CEA-F573-1398-B91D-D5017B9A36B4}"/>
                  </a:ext>
                </a:extLst>
              </p:cNvPr>
              <p:cNvCxnSpPr>
                <a:cxnSpLocks/>
                <a:stCxn id="253" idx="6"/>
                <a:endCxn id="269" idx="1"/>
              </p:cNvCxnSpPr>
              <p:nvPr/>
            </p:nvCxnSpPr>
            <p:spPr>
              <a:xfrm>
                <a:off x="4984583" y="15449725"/>
                <a:ext cx="294429" cy="53833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AFD1EA73-6155-C7C5-F779-30E6D65A61A1}"/>
                  </a:ext>
                </a:extLst>
              </p:cNvPr>
              <p:cNvCxnSpPr>
                <a:cxnSpLocks/>
                <a:stCxn id="280" idx="6"/>
                <a:endCxn id="269" idx="1"/>
              </p:cNvCxnSpPr>
              <p:nvPr/>
            </p:nvCxnSpPr>
            <p:spPr>
              <a:xfrm flipV="1">
                <a:off x="4993728" y="15988055"/>
                <a:ext cx="285284" cy="584785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CC306082-DF84-FE68-0B64-EA920D93FFFB}"/>
                  </a:ext>
                </a:extLst>
              </p:cNvPr>
              <p:cNvCxnSpPr>
                <a:cxnSpLocks/>
                <a:stCxn id="279" idx="6"/>
                <a:endCxn id="269" idx="1"/>
              </p:cNvCxnSpPr>
              <p:nvPr/>
            </p:nvCxnSpPr>
            <p:spPr>
              <a:xfrm flipV="1">
                <a:off x="4990345" y="15988055"/>
                <a:ext cx="288667" cy="210206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4" name="Rectangle: Rounded Corners 273">
                <a:extLst>
                  <a:ext uri="{FF2B5EF4-FFF2-40B4-BE49-F238E27FC236}">
                    <a16:creationId xmlns:a16="http://schemas.microsoft.com/office/drawing/2014/main" id="{ED398F1C-9A0F-E7ED-BEE8-5980746DAB84}"/>
                  </a:ext>
                </a:extLst>
              </p:cNvPr>
              <p:cNvSpPr/>
              <p:nvPr/>
            </p:nvSpPr>
            <p:spPr>
              <a:xfrm>
                <a:off x="6693232" y="14924067"/>
                <a:ext cx="732036" cy="21743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D16D9A83-0989-6379-24E1-3CAE74DDCD90}"/>
                  </a:ext>
                </a:extLst>
              </p:cNvPr>
              <p:cNvSpPr/>
              <p:nvPr/>
            </p:nvSpPr>
            <p:spPr>
              <a:xfrm>
                <a:off x="6889241" y="15149073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EBDC5E47-7B43-5BFB-B085-DCCBEE3A102E}"/>
                  </a:ext>
                </a:extLst>
              </p:cNvPr>
              <p:cNvSpPr/>
              <p:nvPr/>
            </p:nvSpPr>
            <p:spPr>
              <a:xfrm>
                <a:off x="6887125" y="15616857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F4F43418-0191-4DB6-5D8A-9C653FB8E67B}"/>
                  </a:ext>
                </a:extLst>
              </p:cNvPr>
              <p:cNvSpPr/>
              <p:nvPr/>
            </p:nvSpPr>
            <p:spPr>
              <a:xfrm>
                <a:off x="6895592" y="16069829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D6CDB4B1-C38F-118F-8F1E-B401214071DA}"/>
                  </a:ext>
                </a:extLst>
              </p:cNvPr>
              <p:cNvSpPr/>
              <p:nvPr/>
            </p:nvSpPr>
            <p:spPr>
              <a:xfrm>
                <a:off x="4755021" y="15685471"/>
                <a:ext cx="235324" cy="23630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89191D7E-6AF1-FA9B-89B8-5C5E17832C11}"/>
                  </a:ext>
                </a:extLst>
              </p:cNvPr>
              <p:cNvSpPr/>
              <p:nvPr/>
            </p:nvSpPr>
            <p:spPr>
              <a:xfrm>
                <a:off x="4755021" y="16080108"/>
                <a:ext cx="235324" cy="23630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8232E04A-4803-E385-16CF-27EB3121EF60}"/>
                  </a:ext>
                </a:extLst>
              </p:cNvPr>
              <p:cNvSpPr/>
              <p:nvPr/>
            </p:nvSpPr>
            <p:spPr>
              <a:xfrm>
                <a:off x="4758404" y="16454687"/>
                <a:ext cx="235324" cy="23630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DFB7DCE1-C810-8A9F-0DB4-903910421367}"/>
                  </a:ext>
                </a:extLst>
              </p:cNvPr>
              <p:cNvCxnSpPr>
                <a:cxnSpLocks/>
                <a:stCxn id="246" idx="6"/>
                <a:endCxn id="279" idx="2"/>
              </p:cNvCxnSpPr>
              <p:nvPr/>
            </p:nvCxnSpPr>
            <p:spPr>
              <a:xfrm>
                <a:off x="4308354" y="15482871"/>
                <a:ext cx="446667" cy="71539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687C2F10-4ABA-FEC4-0DC7-74BBD2B03B83}"/>
                  </a:ext>
                </a:extLst>
              </p:cNvPr>
              <p:cNvCxnSpPr>
                <a:cxnSpLocks/>
                <a:stCxn id="247" idx="6"/>
                <a:endCxn id="279" idx="2"/>
              </p:cNvCxnSpPr>
              <p:nvPr/>
            </p:nvCxnSpPr>
            <p:spPr>
              <a:xfrm flipV="1">
                <a:off x="4306432" y="16198261"/>
                <a:ext cx="448589" cy="34333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823525E1-4728-AAAA-5189-F76E862206C7}"/>
                  </a:ext>
                </a:extLst>
              </p:cNvPr>
              <p:cNvCxnSpPr>
                <a:cxnSpLocks/>
                <a:stCxn id="245" idx="6"/>
                <a:endCxn id="278" idx="2"/>
              </p:cNvCxnSpPr>
              <p:nvPr/>
            </p:nvCxnSpPr>
            <p:spPr>
              <a:xfrm flipV="1">
                <a:off x="4308354" y="15803624"/>
                <a:ext cx="446667" cy="191395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96A93018-531F-B976-3F7E-46717A3637E6}"/>
                  </a:ext>
                </a:extLst>
              </p:cNvPr>
              <p:cNvCxnSpPr>
                <a:cxnSpLocks/>
                <a:stCxn id="245" idx="6"/>
                <a:endCxn id="279" idx="2"/>
              </p:cNvCxnSpPr>
              <p:nvPr/>
            </p:nvCxnSpPr>
            <p:spPr>
              <a:xfrm>
                <a:off x="4308354" y="15995019"/>
                <a:ext cx="446667" cy="20324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369914E5-A09B-83EB-BA9D-F88872E1D77E}"/>
                  </a:ext>
                </a:extLst>
              </p:cNvPr>
              <p:cNvCxnSpPr>
                <a:cxnSpLocks/>
                <a:stCxn id="278" idx="6"/>
                <a:endCxn id="269" idx="1"/>
              </p:cNvCxnSpPr>
              <p:nvPr/>
            </p:nvCxnSpPr>
            <p:spPr>
              <a:xfrm>
                <a:off x="4990345" y="15803624"/>
                <a:ext cx="288667" cy="18443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186DC1C9-2F61-E07F-83C8-ADE8078330BF}"/>
                  </a:ext>
                </a:extLst>
              </p:cNvPr>
              <p:cNvSpPr/>
              <p:nvPr/>
            </p:nvSpPr>
            <p:spPr>
              <a:xfrm>
                <a:off x="6901942" y="16507979"/>
                <a:ext cx="348912" cy="3487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D49088FE-9C57-4C5C-388B-9093CBFBDD9D}"/>
                  </a:ext>
                </a:extLst>
              </p:cNvPr>
              <p:cNvCxnSpPr>
                <a:cxnSpLocks/>
                <a:stCxn id="227" idx="3"/>
                <a:endCxn id="238" idx="2"/>
              </p:cNvCxnSpPr>
              <p:nvPr/>
            </p:nvCxnSpPr>
            <p:spPr>
              <a:xfrm flipV="1">
                <a:off x="6084944" y="12934915"/>
                <a:ext cx="802181" cy="639205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9DF4CE71-5C6F-40F2-82E9-739042F0A66F}"/>
                  </a:ext>
                </a:extLst>
              </p:cNvPr>
              <p:cNvCxnSpPr>
                <a:cxnSpLocks/>
                <a:stCxn id="227" idx="3"/>
                <a:endCxn id="239" idx="2"/>
              </p:cNvCxnSpPr>
              <p:nvPr/>
            </p:nvCxnSpPr>
            <p:spPr>
              <a:xfrm flipV="1">
                <a:off x="6084944" y="13561449"/>
                <a:ext cx="802181" cy="1267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D2E06EF6-99B8-AA9E-AF7C-57CD970DDA58}"/>
                  </a:ext>
                </a:extLst>
              </p:cNvPr>
              <p:cNvCxnSpPr>
                <a:cxnSpLocks/>
                <a:stCxn id="227" idx="3"/>
                <a:endCxn id="240" idx="2"/>
              </p:cNvCxnSpPr>
              <p:nvPr/>
            </p:nvCxnSpPr>
            <p:spPr>
              <a:xfrm>
                <a:off x="6084944" y="13574120"/>
                <a:ext cx="810648" cy="63080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93AD9D25-4F6F-83F0-EDD8-56BDDFDAF24F}"/>
                  </a:ext>
                </a:extLst>
              </p:cNvPr>
              <p:cNvCxnSpPr>
                <a:stCxn id="193" idx="2"/>
              </p:cNvCxnSpPr>
              <p:nvPr/>
            </p:nvCxnSpPr>
            <p:spPr>
              <a:xfrm flipH="1">
                <a:off x="1549400" y="13581085"/>
                <a:ext cx="1616383" cy="1621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49AF6A1D-B1D4-D64E-77B9-CEE1AE8EAAEA}"/>
                  </a:ext>
                </a:extLst>
              </p:cNvPr>
              <p:cNvCxnSpPr>
                <a:cxnSpLocks/>
                <a:stCxn id="242" idx="2"/>
              </p:cNvCxnSpPr>
              <p:nvPr/>
            </p:nvCxnSpPr>
            <p:spPr>
              <a:xfrm flipH="1" flipV="1">
                <a:off x="1563508" y="13618986"/>
                <a:ext cx="1602275" cy="237603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88003724-0CD1-0157-CAA1-1297D6368F29}"/>
                  </a:ext>
                </a:extLst>
              </p:cNvPr>
              <p:cNvCxnSpPr>
                <a:cxnSpLocks/>
                <a:stCxn id="269" idx="3"/>
                <a:endCxn id="275" idx="2"/>
              </p:cNvCxnSpPr>
              <p:nvPr/>
            </p:nvCxnSpPr>
            <p:spPr>
              <a:xfrm flipV="1">
                <a:off x="6084944" y="15323449"/>
                <a:ext cx="804297" cy="664605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545F6F80-C544-BC53-2B77-2C590EDBDF0C}"/>
                  </a:ext>
                </a:extLst>
              </p:cNvPr>
              <p:cNvCxnSpPr>
                <a:cxnSpLocks/>
                <a:stCxn id="269" idx="3"/>
                <a:endCxn id="276" idx="2"/>
              </p:cNvCxnSpPr>
              <p:nvPr/>
            </p:nvCxnSpPr>
            <p:spPr>
              <a:xfrm flipV="1">
                <a:off x="6084944" y="15791233"/>
                <a:ext cx="802181" cy="19682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0C609049-FB90-5755-FD2C-CB8577729D50}"/>
                  </a:ext>
                </a:extLst>
              </p:cNvPr>
              <p:cNvCxnSpPr>
                <a:cxnSpLocks/>
                <a:stCxn id="269" idx="3"/>
                <a:endCxn id="277" idx="2"/>
              </p:cNvCxnSpPr>
              <p:nvPr/>
            </p:nvCxnSpPr>
            <p:spPr>
              <a:xfrm>
                <a:off x="6084944" y="15988054"/>
                <a:ext cx="810648" cy="25615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D4A11188-9B36-D95B-24E2-08666E27E4C0}"/>
                  </a:ext>
                </a:extLst>
              </p:cNvPr>
              <p:cNvCxnSpPr>
                <a:cxnSpLocks/>
                <a:stCxn id="269" idx="3"/>
                <a:endCxn id="301" idx="2"/>
              </p:cNvCxnSpPr>
              <p:nvPr/>
            </p:nvCxnSpPr>
            <p:spPr>
              <a:xfrm>
                <a:off x="6084944" y="15988054"/>
                <a:ext cx="816998" cy="69430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332" name="Picture 331">
              <a:extLst>
                <a:ext uri="{FF2B5EF4-FFF2-40B4-BE49-F238E27FC236}">
                  <a16:creationId xmlns:a16="http://schemas.microsoft.com/office/drawing/2014/main" id="{BAE7F99F-873C-9FB8-85A3-166BAF471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4350" y="275431"/>
              <a:ext cx="952500" cy="952500"/>
            </a:xfrm>
            <a:prstGeom prst="rect">
              <a:avLst/>
            </a:prstGeom>
          </p:spPr>
        </p:pic>
        <p:cxnSp>
          <p:nvCxnSpPr>
            <p:cNvPr id="336" name="Connector: Elbow 335">
              <a:extLst>
                <a:ext uri="{FF2B5EF4-FFF2-40B4-BE49-F238E27FC236}">
                  <a16:creationId xmlns:a16="http://schemas.microsoft.com/office/drawing/2014/main" id="{B471709D-1A11-D925-4E83-0AC29C88DF03}"/>
                </a:ext>
              </a:extLst>
            </p:cNvPr>
            <p:cNvCxnSpPr>
              <a:stCxn id="332" idx="2"/>
              <a:endCxn id="5" idx="1"/>
            </p:cNvCxnSpPr>
            <p:nvPr/>
          </p:nvCxnSpPr>
          <p:spPr>
            <a:xfrm rot="5400000">
              <a:off x="3817539" y="1294270"/>
              <a:ext cx="1049400" cy="916723"/>
            </a:xfrm>
            <a:prstGeom prst="bentConnector4">
              <a:avLst>
                <a:gd name="adj1" fmla="val 51951"/>
                <a:gd name="adj2" fmla="val 12493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Arrow Connector 337">
              <a:extLst>
                <a:ext uri="{FF2B5EF4-FFF2-40B4-BE49-F238E27FC236}">
                  <a16:creationId xmlns:a16="http://schemas.microsoft.com/office/drawing/2014/main" id="{9CB3B8D3-FCF0-AAA4-66E8-9F8FD7D80400}"/>
                </a:ext>
              </a:extLst>
            </p:cNvPr>
            <p:cNvCxnSpPr>
              <a:cxnSpLocks/>
            </p:cNvCxnSpPr>
            <p:nvPr/>
          </p:nvCxnSpPr>
          <p:spPr>
            <a:xfrm>
              <a:off x="4258131" y="2274156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Arrow Connector 339">
              <a:extLst>
                <a:ext uri="{FF2B5EF4-FFF2-40B4-BE49-F238E27FC236}">
                  <a16:creationId xmlns:a16="http://schemas.microsoft.com/office/drawing/2014/main" id="{C96FD0DD-A59C-474E-E0AA-57B8443E7A13}"/>
                </a:ext>
              </a:extLst>
            </p:cNvPr>
            <p:cNvCxnSpPr>
              <a:cxnSpLocks/>
            </p:cNvCxnSpPr>
            <p:nvPr/>
          </p:nvCxnSpPr>
          <p:spPr>
            <a:xfrm>
              <a:off x="4811800" y="2269029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Arrow Connector 340">
              <a:extLst>
                <a:ext uri="{FF2B5EF4-FFF2-40B4-BE49-F238E27FC236}">
                  <a16:creationId xmlns:a16="http://schemas.microsoft.com/office/drawing/2014/main" id="{503B832D-0D5C-8FDF-E1C2-BD4DC33D1C34}"/>
                </a:ext>
              </a:extLst>
            </p:cNvPr>
            <p:cNvCxnSpPr>
              <a:cxnSpLocks/>
            </p:cNvCxnSpPr>
            <p:nvPr/>
          </p:nvCxnSpPr>
          <p:spPr>
            <a:xfrm>
              <a:off x="5366790" y="2264758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Arrow Connector 341">
              <a:extLst>
                <a:ext uri="{FF2B5EF4-FFF2-40B4-BE49-F238E27FC236}">
                  <a16:creationId xmlns:a16="http://schemas.microsoft.com/office/drawing/2014/main" id="{5F1A18C5-D37E-35F5-94F7-C4897E9AFE7C}"/>
                </a:ext>
              </a:extLst>
            </p:cNvPr>
            <p:cNvCxnSpPr>
              <a:cxnSpLocks/>
            </p:cNvCxnSpPr>
            <p:nvPr/>
          </p:nvCxnSpPr>
          <p:spPr>
            <a:xfrm>
              <a:off x="5920510" y="2274156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Arrow Connector 342">
              <a:extLst>
                <a:ext uri="{FF2B5EF4-FFF2-40B4-BE49-F238E27FC236}">
                  <a16:creationId xmlns:a16="http://schemas.microsoft.com/office/drawing/2014/main" id="{1DDAAD45-919E-D7D6-0A97-05A02F8A4F59}"/>
                </a:ext>
              </a:extLst>
            </p:cNvPr>
            <p:cNvCxnSpPr>
              <a:cxnSpLocks/>
            </p:cNvCxnSpPr>
            <p:nvPr/>
          </p:nvCxnSpPr>
          <p:spPr>
            <a:xfrm>
              <a:off x="4251146" y="3182206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Arrow Connector 343">
              <a:extLst>
                <a:ext uri="{FF2B5EF4-FFF2-40B4-BE49-F238E27FC236}">
                  <a16:creationId xmlns:a16="http://schemas.microsoft.com/office/drawing/2014/main" id="{5E4FCA55-03E7-6CF9-FF16-2844561EB375}"/>
                </a:ext>
              </a:extLst>
            </p:cNvPr>
            <p:cNvCxnSpPr>
              <a:cxnSpLocks/>
            </p:cNvCxnSpPr>
            <p:nvPr/>
          </p:nvCxnSpPr>
          <p:spPr>
            <a:xfrm>
              <a:off x="4808625" y="3177079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Arrow Connector 344">
              <a:extLst>
                <a:ext uri="{FF2B5EF4-FFF2-40B4-BE49-F238E27FC236}">
                  <a16:creationId xmlns:a16="http://schemas.microsoft.com/office/drawing/2014/main" id="{DCA10C6A-AA45-B719-5667-B34E5970C8E9}"/>
                </a:ext>
              </a:extLst>
            </p:cNvPr>
            <p:cNvCxnSpPr>
              <a:cxnSpLocks/>
            </p:cNvCxnSpPr>
            <p:nvPr/>
          </p:nvCxnSpPr>
          <p:spPr>
            <a:xfrm>
              <a:off x="5354725" y="3172808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Arrow Connector 345">
              <a:extLst>
                <a:ext uri="{FF2B5EF4-FFF2-40B4-BE49-F238E27FC236}">
                  <a16:creationId xmlns:a16="http://schemas.microsoft.com/office/drawing/2014/main" id="{21869AF5-A43E-D5DB-5964-FCC83AFE9F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3525" y="3181777"/>
              <a:ext cx="19274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Arrow Connector 848">
              <a:extLst>
                <a:ext uri="{FF2B5EF4-FFF2-40B4-BE49-F238E27FC236}">
                  <a16:creationId xmlns:a16="http://schemas.microsoft.com/office/drawing/2014/main" id="{50FFE447-0FE1-E259-28FA-880B25C4F04F}"/>
                </a:ext>
              </a:extLst>
            </p:cNvPr>
            <p:cNvCxnSpPr>
              <a:cxnSpLocks/>
            </p:cNvCxnSpPr>
            <p:nvPr/>
          </p:nvCxnSpPr>
          <p:spPr>
            <a:xfrm>
              <a:off x="4251146" y="4068031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Arrow Connector 849">
              <a:extLst>
                <a:ext uri="{FF2B5EF4-FFF2-40B4-BE49-F238E27FC236}">
                  <a16:creationId xmlns:a16="http://schemas.microsoft.com/office/drawing/2014/main" id="{523FCEC0-782D-ADA8-8D76-9181B4B438CA}"/>
                </a:ext>
              </a:extLst>
            </p:cNvPr>
            <p:cNvCxnSpPr>
              <a:cxnSpLocks/>
            </p:cNvCxnSpPr>
            <p:nvPr/>
          </p:nvCxnSpPr>
          <p:spPr>
            <a:xfrm>
              <a:off x="4808625" y="4062904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Arrow Connector 850">
              <a:extLst>
                <a:ext uri="{FF2B5EF4-FFF2-40B4-BE49-F238E27FC236}">
                  <a16:creationId xmlns:a16="http://schemas.microsoft.com/office/drawing/2014/main" id="{4284805A-7E24-CC66-C38F-1DDBC6EB893E}"/>
                </a:ext>
              </a:extLst>
            </p:cNvPr>
            <p:cNvCxnSpPr>
              <a:cxnSpLocks/>
            </p:cNvCxnSpPr>
            <p:nvPr/>
          </p:nvCxnSpPr>
          <p:spPr>
            <a:xfrm>
              <a:off x="5354725" y="4058633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Arrow Connector 851">
              <a:extLst>
                <a:ext uri="{FF2B5EF4-FFF2-40B4-BE49-F238E27FC236}">
                  <a16:creationId xmlns:a16="http://schemas.microsoft.com/office/drawing/2014/main" id="{5E998F12-A1ED-C41F-41A2-1C7CEBDD2C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3525" y="4067602"/>
              <a:ext cx="19274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Arrow Connector 852">
              <a:extLst>
                <a:ext uri="{FF2B5EF4-FFF2-40B4-BE49-F238E27FC236}">
                  <a16:creationId xmlns:a16="http://schemas.microsoft.com/office/drawing/2014/main" id="{C1389344-5D2D-4E0E-1976-2B66A3F9785C}"/>
                </a:ext>
              </a:extLst>
            </p:cNvPr>
            <p:cNvCxnSpPr>
              <a:cxnSpLocks/>
            </p:cNvCxnSpPr>
            <p:nvPr/>
          </p:nvCxnSpPr>
          <p:spPr>
            <a:xfrm>
              <a:off x="4251146" y="4960206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Arrow Connector 853">
              <a:extLst>
                <a:ext uri="{FF2B5EF4-FFF2-40B4-BE49-F238E27FC236}">
                  <a16:creationId xmlns:a16="http://schemas.microsoft.com/office/drawing/2014/main" id="{056B5480-6A65-7777-DDA8-C4E0D1928452}"/>
                </a:ext>
              </a:extLst>
            </p:cNvPr>
            <p:cNvCxnSpPr>
              <a:cxnSpLocks/>
            </p:cNvCxnSpPr>
            <p:nvPr/>
          </p:nvCxnSpPr>
          <p:spPr>
            <a:xfrm>
              <a:off x="4808625" y="4955079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Arrow Connector 854">
              <a:extLst>
                <a:ext uri="{FF2B5EF4-FFF2-40B4-BE49-F238E27FC236}">
                  <a16:creationId xmlns:a16="http://schemas.microsoft.com/office/drawing/2014/main" id="{836AA466-5A6C-E0CC-EB52-8F65AF8A3B11}"/>
                </a:ext>
              </a:extLst>
            </p:cNvPr>
            <p:cNvCxnSpPr>
              <a:cxnSpLocks/>
            </p:cNvCxnSpPr>
            <p:nvPr/>
          </p:nvCxnSpPr>
          <p:spPr>
            <a:xfrm>
              <a:off x="5354725" y="4950808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Arrow Connector 855">
              <a:extLst>
                <a:ext uri="{FF2B5EF4-FFF2-40B4-BE49-F238E27FC236}">
                  <a16:creationId xmlns:a16="http://schemas.microsoft.com/office/drawing/2014/main" id="{100E62E7-DEEF-D7F2-4B4A-6DA5C19A8F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3525" y="4959777"/>
              <a:ext cx="19274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Arrow Connector 856">
              <a:extLst>
                <a:ext uri="{FF2B5EF4-FFF2-40B4-BE49-F238E27FC236}">
                  <a16:creationId xmlns:a16="http://schemas.microsoft.com/office/drawing/2014/main" id="{A0D3EB01-9BB6-ED5D-C074-0B3C19E31FB0}"/>
                </a:ext>
              </a:extLst>
            </p:cNvPr>
            <p:cNvCxnSpPr>
              <a:cxnSpLocks/>
            </p:cNvCxnSpPr>
            <p:nvPr/>
          </p:nvCxnSpPr>
          <p:spPr>
            <a:xfrm>
              <a:off x="4251146" y="5846031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Arrow Connector 857">
              <a:extLst>
                <a:ext uri="{FF2B5EF4-FFF2-40B4-BE49-F238E27FC236}">
                  <a16:creationId xmlns:a16="http://schemas.microsoft.com/office/drawing/2014/main" id="{CBC98097-959A-94E0-B67B-55D8DE7D3C56}"/>
                </a:ext>
              </a:extLst>
            </p:cNvPr>
            <p:cNvCxnSpPr>
              <a:cxnSpLocks/>
            </p:cNvCxnSpPr>
            <p:nvPr/>
          </p:nvCxnSpPr>
          <p:spPr>
            <a:xfrm>
              <a:off x="4808625" y="5840904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Arrow Connector 858">
              <a:extLst>
                <a:ext uri="{FF2B5EF4-FFF2-40B4-BE49-F238E27FC236}">
                  <a16:creationId xmlns:a16="http://schemas.microsoft.com/office/drawing/2014/main" id="{D158716C-2C36-48C4-8FFE-4BD7DB9C652D}"/>
                </a:ext>
              </a:extLst>
            </p:cNvPr>
            <p:cNvCxnSpPr>
              <a:cxnSpLocks/>
            </p:cNvCxnSpPr>
            <p:nvPr/>
          </p:nvCxnSpPr>
          <p:spPr>
            <a:xfrm>
              <a:off x="5354725" y="5836633"/>
              <a:ext cx="17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Arrow Connector 859">
              <a:extLst>
                <a:ext uri="{FF2B5EF4-FFF2-40B4-BE49-F238E27FC236}">
                  <a16:creationId xmlns:a16="http://schemas.microsoft.com/office/drawing/2014/main" id="{F8615BA8-3AB3-C02D-58F1-1D8CB99BB3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3525" y="5845602"/>
              <a:ext cx="19274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8" name="Group 867">
              <a:extLst>
                <a:ext uri="{FF2B5EF4-FFF2-40B4-BE49-F238E27FC236}">
                  <a16:creationId xmlns:a16="http://schemas.microsoft.com/office/drawing/2014/main" id="{8FD40C68-A0F4-9722-27AE-B2AC076730DD}"/>
                </a:ext>
              </a:extLst>
            </p:cNvPr>
            <p:cNvGrpSpPr/>
            <p:nvPr/>
          </p:nvGrpSpPr>
          <p:grpSpPr>
            <a:xfrm>
              <a:off x="3871177" y="2280290"/>
              <a:ext cx="2732823" cy="883340"/>
              <a:chOff x="3871177" y="2285725"/>
              <a:chExt cx="2767748" cy="872905"/>
            </a:xfrm>
          </p:grpSpPr>
          <p:cxnSp>
            <p:nvCxnSpPr>
              <p:cNvPr id="862" name="Connector: Elbow 861">
                <a:extLst>
                  <a:ext uri="{FF2B5EF4-FFF2-40B4-BE49-F238E27FC236}">
                    <a16:creationId xmlns:a16="http://schemas.microsoft.com/office/drawing/2014/main" id="{F9FADAB4-CA68-C393-E321-98A2150E8A4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871177" y="2708350"/>
                <a:ext cx="2767748" cy="450280"/>
              </a:xfrm>
              <a:prstGeom prst="bentConnector3">
                <a:avLst>
                  <a:gd name="adj1" fmla="val 108143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7" name="Connector: Elbow 866">
                <a:extLst>
                  <a:ext uri="{FF2B5EF4-FFF2-40B4-BE49-F238E27FC236}">
                    <a16:creationId xmlns:a16="http://schemas.microsoft.com/office/drawing/2014/main" id="{3F402497-892B-A2CC-1315-4A856934E0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61736" y="2285725"/>
                <a:ext cx="177189" cy="429945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9" name="Group 868">
              <a:extLst>
                <a:ext uri="{FF2B5EF4-FFF2-40B4-BE49-F238E27FC236}">
                  <a16:creationId xmlns:a16="http://schemas.microsoft.com/office/drawing/2014/main" id="{4C7BC443-1E5F-7A17-55CD-59B6251B88EF}"/>
                </a:ext>
              </a:extLst>
            </p:cNvPr>
            <p:cNvGrpSpPr/>
            <p:nvPr/>
          </p:nvGrpSpPr>
          <p:grpSpPr>
            <a:xfrm>
              <a:off x="3871178" y="3177042"/>
              <a:ext cx="2732823" cy="881222"/>
              <a:chOff x="3871177" y="2292001"/>
              <a:chExt cx="2767748" cy="870812"/>
            </a:xfrm>
          </p:grpSpPr>
          <p:cxnSp>
            <p:nvCxnSpPr>
              <p:cNvPr id="870" name="Connector: Elbow 869">
                <a:extLst>
                  <a:ext uri="{FF2B5EF4-FFF2-40B4-BE49-F238E27FC236}">
                    <a16:creationId xmlns:a16="http://schemas.microsoft.com/office/drawing/2014/main" id="{500CFA29-2A43-5ABE-93BD-FE7C38D4822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871177" y="2712533"/>
                <a:ext cx="2767748" cy="450280"/>
              </a:xfrm>
              <a:prstGeom prst="bentConnector3">
                <a:avLst>
                  <a:gd name="adj1" fmla="val 108259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1" name="Connector: Elbow 870">
                <a:extLst>
                  <a:ext uri="{FF2B5EF4-FFF2-40B4-BE49-F238E27FC236}">
                    <a16:creationId xmlns:a16="http://schemas.microsoft.com/office/drawing/2014/main" id="{D208ECC8-193D-35DF-B1B0-473C400AB1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61736" y="2292001"/>
                <a:ext cx="177189" cy="429945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2" name="Group 871">
              <a:extLst>
                <a:ext uri="{FF2B5EF4-FFF2-40B4-BE49-F238E27FC236}">
                  <a16:creationId xmlns:a16="http://schemas.microsoft.com/office/drawing/2014/main" id="{3B6D796B-EAFF-F6EA-342C-291BEE56E80C}"/>
                </a:ext>
              </a:extLst>
            </p:cNvPr>
            <p:cNvGrpSpPr/>
            <p:nvPr/>
          </p:nvGrpSpPr>
          <p:grpSpPr>
            <a:xfrm>
              <a:off x="3871178" y="4069351"/>
              <a:ext cx="2732823" cy="881934"/>
              <a:chOff x="3871177" y="2287114"/>
              <a:chExt cx="2767748" cy="871516"/>
            </a:xfrm>
          </p:grpSpPr>
          <p:cxnSp>
            <p:nvCxnSpPr>
              <p:cNvPr id="873" name="Connector: Elbow 872">
                <a:extLst>
                  <a:ext uri="{FF2B5EF4-FFF2-40B4-BE49-F238E27FC236}">
                    <a16:creationId xmlns:a16="http://schemas.microsoft.com/office/drawing/2014/main" id="{BD770983-0837-8D6E-8231-DD9531643E6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871177" y="2708350"/>
                <a:ext cx="2767748" cy="450280"/>
              </a:xfrm>
              <a:prstGeom prst="bentConnector3">
                <a:avLst>
                  <a:gd name="adj1" fmla="val 108259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4" name="Connector: Elbow 873">
                <a:extLst>
                  <a:ext uri="{FF2B5EF4-FFF2-40B4-BE49-F238E27FC236}">
                    <a16:creationId xmlns:a16="http://schemas.microsoft.com/office/drawing/2014/main" id="{9EFB86B5-F6EC-B0D3-3E33-969DA73AA91C}"/>
                  </a:ext>
                </a:extLst>
              </p:cNvPr>
              <p:cNvCxnSpPr>
                <a:cxnSpLocks/>
                <a:stCxn id="75" idx="3"/>
              </p:cNvCxnSpPr>
              <p:nvPr/>
            </p:nvCxnSpPr>
            <p:spPr>
              <a:xfrm>
                <a:off x="6530228" y="2287114"/>
                <a:ext cx="104009" cy="429260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5" name="Group 874">
              <a:extLst>
                <a:ext uri="{FF2B5EF4-FFF2-40B4-BE49-F238E27FC236}">
                  <a16:creationId xmlns:a16="http://schemas.microsoft.com/office/drawing/2014/main" id="{93E3D1AE-2418-3281-8197-48AAF064A875}"/>
                </a:ext>
              </a:extLst>
            </p:cNvPr>
            <p:cNvGrpSpPr/>
            <p:nvPr/>
          </p:nvGrpSpPr>
          <p:grpSpPr>
            <a:xfrm>
              <a:off x="3871178" y="4960098"/>
              <a:ext cx="2732823" cy="881613"/>
              <a:chOff x="3871177" y="2287431"/>
              <a:chExt cx="2767748" cy="871199"/>
            </a:xfrm>
          </p:grpSpPr>
          <p:cxnSp>
            <p:nvCxnSpPr>
              <p:cNvPr id="876" name="Connector: Elbow 875">
                <a:extLst>
                  <a:ext uri="{FF2B5EF4-FFF2-40B4-BE49-F238E27FC236}">
                    <a16:creationId xmlns:a16="http://schemas.microsoft.com/office/drawing/2014/main" id="{4A302D44-CD11-7388-BA6A-255EEC1FD06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871177" y="2708350"/>
                <a:ext cx="2767748" cy="450280"/>
              </a:xfrm>
              <a:prstGeom prst="bentConnector3">
                <a:avLst>
                  <a:gd name="adj1" fmla="val 108259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7" name="Connector: Elbow 876">
                <a:extLst>
                  <a:ext uri="{FF2B5EF4-FFF2-40B4-BE49-F238E27FC236}">
                    <a16:creationId xmlns:a16="http://schemas.microsoft.com/office/drawing/2014/main" id="{8BBB48A3-4E34-C412-53C3-6783CC88FCF1}"/>
                  </a:ext>
                </a:extLst>
              </p:cNvPr>
              <p:cNvCxnSpPr>
                <a:cxnSpLocks/>
                <a:stCxn id="99" idx="3"/>
              </p:cNvCxnSpPr>
              <p:nvPr/>
            </p:nvCxnSpPr>
            <p:spPr>
              <a:xfrm>
                <a:off x="6530228" y="2287431"/>
                <a:ext cx="108697" cy="430854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8" name="Group 877">
              <a:extLst>
                <a:ext uri="{FF2B5EF4-FFF2-40B4-BE49-F238E27FC236}">
                  <a16:creationId xmlns:a16="http://schemas.microsoft.com/office/drawing/2014/main" id="{C8B4776D-DC71-69AB-C878-7BCE131E4CF4}"/>
                </a:ext>
              </a:extLst>
            </p:cNvPr>
            <p:cNvGrpSpPr/>
            <p:nvPr/>
          </p:nvGrpSpPr>
          <p:grpSpPr>
            <a:xfrm>
              <a:off x="3300576" y="5848777"/>
              <a:ext cx="3284509" cy="1319261"/>
              <a:chOff x="3322223" y="2287817"/>
              <a:chExt cx="3326484" cy="1311784"/>
            </a:xfrm>
          </p:grpSpPr>
          <p:cxnSp>
            <p:nvCxnSpPr>
              <p:cNvPr id="879" name="Connector: Elbow 878">
                <a:extLst>
                  <a:ext uri="{FF2B5EF4-FFF2-40B4-BE49-F238E27FC236}">
                    <a16:creationId xmlns:a16="http://schemas.microsoft.com/office/drawing/2014/main" id="{281CE9D2-5379-FC0E-ECD2-62D33FD5F68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322223" y="2804092"/>
                <a:ext cx="3322197" cy="795509"/>
              </a:xfrm>
              <a:prstGeom prst="bentConnector3">
                <a:avLst>
                  <a:gd name="adj1" fmla="val 106969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0" name="Connector: Elbow 879">
                <a:extLst>
                  <a:ext uri="{FF2B5EF4-FFF2-40B4-BE49-F238E27FC236}">
                    <a16:creationId xmlns:a16="http://schemas.microsoft.com/office/drawing/2014/main" id="{B0EF6D19-F481-5785-3026-0FD578B9A46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292085" y="2457468"/>
                <a:ext cx="526273" cy="186971"/>
              </a:xfrm>
              <a:prstGeom prst="bentConnector3">
                <a:avLst>
                  <a:gd name="adj1" fmla="val 11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84" name="Straight Arrow Connector 883">
              <a:extLst>
                <a:ext uri="{FF2B5EF4-FFF2-40B4-BE49-F238E27FC236}">
                  <a16:creationId xmlns:a16="http://schemas.microsoft.com/office/drawing/2014/main" id="{C3DA96B2-FB2F-FFEC-B495-C4644BA80BF2}"/>
                </a:ext>
              </a:extLst>
            </p:cNvPr>
            <p:cNvCxnSpPr/>
            <p:nvPr/>
          </p:nvCxnSpPr>
          <p:spPr>
            <a:xfrm>
              <a:off x="4060825" y="7292975"/>
              <a:ext cx="6381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Arrow Connector 885">
              <a:extLst>
                <a:ext uri="{FF2B5EF4-FFF2-40B4-BE49-F238E27FC236}">
                  <a16:creationId xmlns:a16="http://schemas.microsoft.com/office/drawing/2014/main" id="{E1A756D2-7650-FD00-67D1-3C44832660BF}"/>
                </a:ext>
              </a:extLst>
            </p:cNvPr>
            <p:cNvCxnSpPr>
              <a:cxnSpLocks/>
            </p:cNvCxnSpPr>
            <p:nvPr/>
          </p:nvCxnSpPr>
          <p:spPr>
            <a:xfrm>
              <a:off x="4872908" y="7616795"/>
              <a:ext cx="0" cy="3811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2E9D9CB1-CBC3-4F26-1C12-BFBBB540E226}"/>
                </a:ext>
              </a:extLst>
            </p:cNvPr>
            <p:cNvCxnSpPr>
              <a:cxnSpLocks/>
              <a:stCxn id="141" idx="6"/>
              <a:endCxn id="139" idx="0"/>
            </p:cNvCxnSpPr>
            <p:nvPr/>
          </p:nvCxnSpPr>
          <p:spPr>
            <a:xfrm flipV="1">
              <a:off x="4310090" y="7997926"/>
              <a:ext cx="554637" cy="515783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A0BC8724-A3B4-1956-7550-B8A3ADA03133}"/>
                </a:ext>
              </a:extLst>
            </p:cNvPr>
            <p:cNvCxnSpPr>
              <a:cxnSpLocks/>
              <a:stCxn id="144" idx="0"/>
              <a:endCxn id="139" idx="0"/>
            </p:cNvCxnSpPr>
            <p:nvPr/>
          </p:nvCxnSpPr>
          <p:spPr>
            <a:xfrm flipV="1">
              <a:off x="4860146" y="7997926"/>
              <a:ext cx="4581" cy="359783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181F380F-0582-8E60-E621-2A346A7B1D42}"/>
                </a:ext>
              </a:extLst>
            </p:cNvPr>
            <p:cNvCxnSpPr>
              <a:cxnSpLocks/>
              <a:stCxn id="151" idx="2"/>
              <a:endCxn id="139" idx="0"/>
            </p:cNvCxnSpPr>
            <p:nvPr/>
          </p:nvCxnSpPr>
          <p:spPr>
            <a:xfrm flipH="1" flipV="1">
              <a:off x="4864727" y="7997926"/>
              <a:ext cx="542062" cy="515783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8" name="Straight Connector 897">
              <a:extLst>
                <a:ext uri="{FF2B5EF4-FFF2-40B4-BE49-F238E27FC236}">
                  <a16:creationId xmlns:a16="http://schemas.microsoft.com/office/drawing/2014/main" id="{F29F564C-0504-02BD-3F09-D1B6840679A2}"/>
                </a:ext>
              </a:extLst>
            </p:cNvPr>
            <p:cNvCxnSpPr>
              <a:cxnSpLocks/>
              <a:stCxn id="194" idx="2"/>
            </p:cNvCxnSpPr>
            <p:nvPr/>
          </p:nvCxnSpPr>
          <p:spPr>
            <a:xfrm flipH="1">
              <a:off x="1970617" y="12590840"/>
              <a:ext cx="1433762" cy="47746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900">
              <a:extLst>
                <a:ext uri="{FF2B5EF4-FFF2-40B4-BE49-F238E27FC236}">
                  <a16:creationId xmlns:a16="http://schemas.microsoft.com/office/drawing/2014/main" id="{E6B78236-AC4C-7CBA-3CAC-5B83976D23DB}"/>
                </a:ext>
              </a:extLst>
            </p:cNvPr>
            <p:cNvCxnSpPr>
              <a:cxnSpLocks/>
              <a:stCxn id="195" idx="2"/>
            </p:cNvCxnSpPr>
            <p:nvPr/>
          </p:nvCxnSpPr>
          <p:spPr>
            <a:xfrm flipH="1" flipV="1">
              <a:off x="1970617" y="13058741"/>
              <a:ext cx="1433762" cy="47746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903">
              <a:extLst>
                <a:ext uri="{FF2B5EF4-FFF2-40B4-BE49-F238E27FC236}">
                  <a16:creationId xmlns:a16="http://schemas.microsoft.com/office/drawing/2014/main" id="{E5089F18-27D9-4CB2-F945-70425A490E2A}"/>
                </a:ext>
              </a:extLst>
            </p:cNvPr>
            <p:cNvCxnSpPr>
              <a:cxnSpLocks/>
              <a:stCxn id="243" idx="2"/>
            </p:cNvCxnSpPr>
            <p:nvPr/>
          </p:nvCxnSpPr>
          <p:spPr>
            <a:xfrm flipH="1" flipV="1">
              <a:off x="1970617" y="13068300"/>
              <a:ext cx="1433762" cy="1682096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6CE2C661-ED1B-466B-79A3-84F87166052C}"/>
                </a:ext>
              </a:extLst>
            </p:cNvPr>
            <p:cNvCxnSpPr>
              <a:cxnSpLocks/>
              <a:stCxn id="244" idx="2"/>
            </p:cNvCxnSpPr>
            <p:nvPr/>
          </p:nvCxnSpPr>
          <p:spPr>
            <a:xfrm flipH="1" flipV="1">
              <a:off x="1970617" y="13058741"/>
              <a:ext cx="1433762" cy="263701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30B1C913-9AC4-B772-57E2-D36CB0911C71}"/>
                </a:ext>
              </a:extLst>
            </p:cNvPr>
            <p:cNvSpPr txBox="1"/>
            <p:nvPr/>
          </p:nvSpPr>
          <p:spPr>
            <a:xfrm>
              <a:off x="3059005" y="3173323"/>
              <a:ext cx="6907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>
                  <a:latin typeface="Fira Sans" panose="020B0503050000020004" pitchFamily="34" charset="0"/>
                </a:rPr>
                <a:t>64 </a:t>
              </a:r>
              <a:r>
                <a:rPr lang="en-CA" sz="1400" dirty="0" err="1">
                  <a:latin typeface="Fira Sans" panose="020B0503050000020004" pitchFamily="34" charset="0"/>
                </a:rPr>
                <a:t>ch</a:t>
              </a:r>
              <a:endParaRPr lang="en-CA" sz="1400" dirty="0"/>
            </a:p>
          </p:txBody>
        </p:sp>
        <p:sp>
          <p:nvSpPr>
            <p:cNvPr id="911" name="TextBox 910">
              <a:extLst>
                <a:ext uri="{FF2B5EF4-FFF2-40B4-BE49-F238E27FC236}">
                  <a16:creationId xmlns:a16="http://schemas.microsoft.com/office/drawing/2014/main" id="{09BA269D-2773-FE5C-9F7F-8F8843710902}"/>
                </a:ext>
              </a:extLst>
            </p:cNvPr>
            <p:cNvSpPr txBox="1"/>
            <p:nvPr/>
          </p:nvSpPr>
          <p:spPr>
            <a:xfrm>
              <a:off x="3059004" y="2285392"/>
              <a:ext cx="6907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>
                  <a:latin typeface="Fira Sans" panose="020B0503050000020004" pitchFamily="34" charset="0"/>
                </a:rPr>
                <a:t>32 </a:t>
              </a:r>
              <a:r>
                <a:rPr lang="en-CA" sz="1400" dirty="0" err="1">
                  <a:latin typeface="Fira Sans" panose="020B0503050000020004" pitchFamily="34" charset="0"/>
                </a:rPr>
                <a:t>ch</a:t>
              </a:r>
              <a:endParaRPr lang="en-CA" sz="1400" dirty="0"/>
            </a:p>
          </p:txBody>
        </p:sp>
        <p:sp>
          <p:nvSpPr>
            <p:cNvPr id="912" name="TextBox 911">
              <a:extLst>
                <a:ext uri="{FF2B5EF4-FFF2-40B4-BE49-F238E27FC236}">
                  <a16:creationId xmlns:a16="http://schemas.microsoft.com/office/drawing/2014/main" id="{EC3212D7-E089-7347-66E5-5DE7A40D5E4B}"/>
                </a:ext>
              </a:extLst>
            </p:cNvPr>
            <p:cNvSpPr txBox="1"/>
            <p:nvPr/>
          </p:nvSpPr>
          <p:spPr>
            <a:xfrm>
              <a:off x="3040590" y="4061253"/>
              <a:ext cx="824873" cy="354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>
                  <a:latin typeface="Fira Sans" panose="020B0503050000020004" pitchFamily="34" charset="0"/>
                </a:rPr>
                <a:t>128 </a:t>
              </a:r>
              <a:r>
                <a:rPr lang="en-CA" sz="1400" dirty="0" err="1">
                  <a:latin typeface="Fira Sans" panose="020B0503050000020004" pitchFamily="34" charset="0"/>
                </a:rPr>
                <a:t>ch</a:t>
              </a:r>
              <a:endParaRPr lang="en-CA" sz="1400" dirty="0"/>
            </a:p>
          </p:txBody>
        </p:sp>
        <p:sp>
          <p:nvSpPr>
            <p:cNvPr id="913" name="TextBox 912">
              <a:extLst>
                <a:ext uri="{FF2B5EF4-FFF2-40B4-BE49-F238E27FC236}">
                  <a16:creationId xmlns:a16="http://schemas.microsoft.com/office/drawing/2014/main" id="{80F32B94-55E2-FC0D-D5DE-267E7D7B9F2F}"/>
                </a:ext>
              </a:extLst>
            </p:cNvPr>
            <p:cNvSpPr txBox="1"/>
            <p:nvPr/>
          </p:nvSpPr>
          <p:spPr>
            <a:xfrm>
              <a:off x="3059002" y="4958349"/>
              <a:ext cx="824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>
                  <a:latin typeface="Fira Sans" panose="020B0503050000020004" pitchFamily="34" charset="0"/>
                </a:rPr>
                <a:t>256 </a:t>
              </a:r>
              <a:r>
                <a:rPr lang="en-CA" sz="1400" dirty="0" err="1">
                  <a:latin typeface="Fira Sans" panose="020B0503050000020004" pitchFamily="34" charset="0"/>
                </a:rPr>
                <a:t>ch</a:t>
              </a:r>
              <a:endParaRPr lang="en-CA" sz="1400" dirty="0"/>
            </a:p>
          </p:txBody>
        </p:sp>
        <p:sp>
          <p:nvSpPr>
            <p:cNvPr id="914" name="TextBox 913">
              <a:extLst>
                <a:ext uri="{FF2B5EF4-FFF2-40B4-BE49-F238E27FC236}">
                  <a16:creationId xmlns:a16="http://schemas.microsoft.com/office/drawing/2014/main" id="{B580EA17-4919-A54D-743D-B37E477BBC63}"/>
                </a:ext>
              </a:extLst>
            </p:cNvPr>
            <p:cNvSpPr txBox="1"/>
            <p:nvPr/>
          </p:nvSpPr>
          <p:spPr>
            <a:xfrm>
              <a:off x="5224626" y="275431"/>
              <a:ext cx="17452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Input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MRI</a:t>
              </a:r>
            </a:p>
          </p:txBody>
        </p:sp>
        <p:sp>
          <p:nvSpPr>
            <p:cNvPr id="915" name="TextBox 914">
              <a:extLst>
                <a:ext uri="{FF2B5EF4-FFF2-40B4-BE49-F238E27FC236}">
                  <a16:creationId xmlns:a16="http://schemas.microsoft.com/office/drawing/2014/main" id="{829C56CB-14F2-B54D-4CE9-635DA3C3199F}"/>
                </a:ext>
              </a:extLst>
            </p:cNvPr>
            <p:cNvSpPr txBox="1"/>
            <p:nvPr/>
          </p:nvSpPr>
          <p:spPr>
            <a:xfrm>
              <a:off x="5201366" y="914814"/>
              <a:ext cx="1745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128 </a:t>
              </a:r>
              <a:r>
                <a:rPr lang="en-CA" dirty="0"/>
                <a:t>× </a:t>
              </a:r>
              <a:r>
                <a:rPr lang="en-CA" dirty="0">
                  <a:latin typeface="Fira Sans" panose="020B0503050000020004" pitchFamily="34" charset="0"/>
                </a:rPr>
                <a:t>128 </a:t>
              </a:r>
              <a:endParaRPr lang="en-CA" b="1" dirty="0"/>
            </a:p>
          </p:txBody>
        </p:sp>
        <p:sp>
          <p:nvSpPr>
            <p:cNvPr id="916" name="TextBox 915">
              <a:extLst>
                <a:ext uri="{FF2B5EF4-FFF2-40B4-BE49-F238E27FC236}">
                  <a16:creationId xmlns:a16="http://schemas.microsoft.com/office/drawing/2014/main" id="{1EB5D569-E8A1-2948-FA77-D5A2D140EBED}"/>
                </a:ext>
              </a:extLst>
            </p:cNvPr>
            <p:cNvSpPr txBox="1"/>
            <p:nvPr/>
          </p:nvSpPr>
          <p:spPr>
            <a:xfrm>
              <a:off x="3059001" y="5865959"/>
              <a:ext cx="824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>
                  <a:latin typeface="Fira Sans" panose="020B0503050000020004" pitchFamily="34" charset="0"/>
                </a:rPr>
                <a:t>512 </a:t>
              </a:r>
              <a:r>
                <a:rPr lang="en-CA" sz="1400" dirty="0" err="1">
                  <a:latin typeface="Fira Sans" panose="020B0503050000020004" pitchFamily="34" charset="0"/>
                </a:rPr>
                <a:t>ch</a:t>
              </a:r>
              <a:endParaRPr lang="en-CA" sz="1400" dirty="0"/>
            </a:p>
          </p:txBody>
        </p:sp>
        <p:sp>
          <p:nvSpPr>
            <p:cNvPr id="917" name="TextBox 916">
              <a:extLst>
                <a:ext uri="{FF2B5EF4-FFF2-40B4-BE49-F238E27FC236}">
                  <a16:creationId xmlns:a16="http://schemas.microsoft.com/office/drawing/2014/main" id="{521C2083-11A2-5B9D-97FB-FB4BD789C428}"/>
                </a:ext>
              </a:extLst>
            </p:cNvPr>
            <p:cNvSpPr txBox="1"/>
            <p:nvPr/>
          </p:nvSpPr>
          <p:spPr>
            <a:xfrm>
              <a:off x="4698999" y="6790122"/>
              <a:ext cx="1745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512-d vector </a:t>
              </a:r>
              <a:endParaRPr lang="en-CA" b="1" dirty="0"/>
            </a:p>
          </p:txBody>
        </p:sp>
        <p:sp>
          <p:nvSpPr>
            <p:cNvPr id="918" name="TextBox 917">
              <a:extLst>
                <a:ext uri="{FF2B5EF4-FFF2-40B4-BE49-F238E27FC236}">
                  <a16:creationId xmlns:a16="http://schemas.microsoft.com/office/drawing/2014/main" id="{1AF05FA0-2DD5-9259-62FB-B67754506953}"/>
                </a:ext>
              </a:extLst>
            </p:cNvPr>
            <p:cNvSpPr txBox="1"/>
            <p:nvPr/>
          </p:nvSpPr>
          <p:spPr>
            <a:xfrm>
              <a:off x="3664185" y="9639552"/>
              <a:ext cx="2417446" cy="390124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600" dirty="0">
                  <a:latin typeface="Fira Sans" panose="020B0503050000020004" pitchFamily="34" charset="0"/>
                </a:rPr>
                <a:t>FC 512 </a:t>
              </a:r>
              <a:r>
                <a:rPr lang="en-CA" sz="1600" dirty="0">
                  <a:latin typeface="Fira Sans" panose="020B0503050000020004" pitchFamily="34" charset="0"/>
                  <a:sym typeface="Wingdings" panose="05000000000000000000" pitchFamily="2" charset="2"/>
                </a:rPr>
                <a:t> 1024, </a:t>
              </a:r>
              <a:r>
                <a:rPr lang="en-CA" sz="1600" i="1" dirty="0">
                  <a:latin typeface="Fira Sans" panose="020B0503050000020004" pitchFamily="34" charset="0"/>
                  <a:sym typeface="Wingdings" panose="05000000000000000000" pitchFamily="2" charset="2"/>
                </a:rPr>
                <a:t>p</a:t>
              </a:r>
              <a:r>
                <a:rPr lang="en-CA" sz="1600" dirty="0">
                  <a:latin typeface="Fira Sans" panose="020B0503050000020004" pitchFamily="34" charset="0"/>
                  <a:sym typeface="Wingdings" panose="05000000000000000000" pitchFamily="2" charset="2"/>
                </a:rPr>
                <a:t> = 0.3</a:t>
              </a:r>
              <a:r>
                <a:rPr lang="en-CA" sz="1600" dirty="0">
                  <a:latin typeface="Fira Sans" panose="020B0503050000020004" pitchFamily="34" charset="0"/>
                </a:rPr>
                <a:t> </a:t>
              </a:r>
              <a:endParaRPr lang="en-CA" sz="1600" b="1" dirty="0"/>
            </a:p>
          </p:txBody>
        </p:sp>
        <p:sp>
          <p:nvSpPr>
            <p:cNvPr id="924" name="TextBox 923">
              <a:extLst>
                <a:ext uri="{FF2B5EF4-FFF2-40B4-BE49-F238E27FC236}">
                  <a16:creationId xmlns:a16="http://schemas.microsoft.com/office/drawing/2014/main" id="{55208CB9-7C54-17A7-79EB-2D7D777A23BF}"/>
                </a:ext>
              </a:extLst>
            </p:cNvPr>
            <p:cNvSpPr txBox="1"/>
            <p:nvPr/>
          </p:nvSpPr>
          <p:spPr>
            <a:xfrm>
              <a:off x="3608124" y="12097377"/>
              <a:ext cx="2181748" cy="425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FC </a:t>
              </a:r>
              <a:r>
                <a:rPr lang="en-CA" dirty="0">
                  <a:latin typeface="Fira Sans" panose="020B0503050000020004" pitchFamily="34" charset="0"/>
                  <a:sym typeface="Wingdings" panose="05000000000000000000" pitchFamily="2" charset="2"/>
                </a:rPr>
                <a:t> 3, </a:t>
              </a:r>
              <a:r>
                <a:rPr lang="en-CA" i="1" dirty="0">
                  <a:latin typeface="Fira Sans" panose="020B0503050000020004" pitchFamily="34" charset="0"/>
                  <a:sym typeface="Wingdings" panose="05000000000000000000" pitchFamily="2" charset="2"/>
                </a:rPr>
                <a:t>p</a:t>
              </a:r>
              <a:r>
                <a:rPr lang="en-CA" dirty="0">
                  <a:latin typeface="Fira Sans" panose="020B0503050000020004" pitchFamily="34" charset="0"/>
                  <a:sym typeface="Wingdings" panose="05000000000000000000" pitchFamily="2" charset="2"/>
                </a:rPr>
                <a:t> = 0.3</a:t>
              </a:r>
              <a:r>
                <a:rPr lang="en-CA" dirty="0">
                  <a:latin typeface="Fira Sans" panose="020B0503050000020004" pitchFamily="34" charset="0"/>
                </a:rPr>
                <a:t> </a:t>
              </a:r>
              <a:endParaRPr lang="en-CA" b="1" dirty="0"/>
            </a:p>
          </p:txBody>
        </p:sp>
        <p:sp>
          <p:nvSpPr>
            <p:cNvPr id="925" name="TextBox 924">
              <a:extLst>
                <a:ext uri="{FF2B5EF4-FFF2-40B4-BE49-F238E27FC236}">
                  <a16:creationId xmlns:a16="http://schemas.microsoft.com/office/drawing/2014/main" id="{3BDFE389-5F1C-40A0-1D77-5CAB4BEC3B40}"/>
                </a:ext>
              </a:extLst>
            </p:cNvPr>
            <p:cNvSpPr txBox="1"/>
            <p:nvPr/>
          </p:nvSpPr>
          <p:spPr>
            <a:xfrm>
              <a:off x="3688827" y="14214798"/>
              <a:ext cx="1963503" cy="425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FC </a:t>
              </a:r>
              <a:r>
                <a:rPr lang="en-CA" dirty="0">
                  <a:latin typeface="Fira Sans" panose="020B0503050000020004" pitchFamily="34" charset="0"/>
                  <a:sym typeface="Wingdings" panose="05000000000000000000" pitchFamily="2" charset="2"/>
                </a:rPr>
                <a:t> 4, </a:t>
              </a:r>
              <a:r>
                <a:rPr lang="en-CA" i="1" dirty="0">
                  <a:latin typeface="Fira Sans" panose="020B0503050000020004" pitchFamily="34" charset="0"/>
                  <a:sym typeface="Wingdings" panose="05000000000000000000" pitchFamily="2" charset="2"/>
                </a:rPr>
                <a:t>p</a:t>
              </a:r>
              <a:r>
                <a:rPr lang="en-CA" dirty="0">
                  <a:latin typeface="Fira Sans" panose="020B0503050000020004" pitchFamily="34" charset="0"/>
                  <a:sym typeface="Wingdings" panose="05000000000000000000" pitchFamily="2" charset="2"/>
                </a:rPr>
                <a:t> = 0.3</a:t>
              </a:r>
              <a:r>
                <a:rPr lang="en-CA" dirty="0">
                  <a:latin typeface="Fira Sans" panose="020B0503050000020004" pitchFamily="34" charset="0"/>
                </a:rPr>
                <a:t> </a:t>
              </a:r>
              <a:endParaRPr lang="en-CA" b="1" dirty="0"/>
            </a:p>
          </p:txBody>
        </p:sp>
        <p:sp>
          <p:nvSpPr>
            <p:cNvPr id="933" name="TextBox 932">
              <a:extLst>
                <a:ext uri="{FF2B5EF4-FFF2-40B4-BE49-F238E27FC236}">
                  <a16:creationId xmlns:a16="http://schemas.microsoft.com/office/drawing/2014/main" id="{5E387E32-4587-6648-995F-3892A944DE99}"/>
                </a:ext>
              </a:extLst>
            </p:cNvPr>
            <p:cNvSpPr txBox="1"/>
            <p:nvPr/>
          </p:nvSpPr>
          <p:spPr>
            <a:xfrm>
              <a:off x="7231226" y="12590840"/>
              <a:ext cx="17452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3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Anatomical</a:t>
              </a:r>
            </a:p>
            <a:p>
              <a:r>
                <a:rPr lang="en-CA" dirty="0">
                  <a:latin typeface="Fira Sans" panose="020B0503050000020004" pitchFamily="34" charset="0"/>
                </a:rPr>
                <a:t>Planes</a:t>
              </a:r>
            </a:p>
          </p:txBody>
        </p:sp>
        <p:sp>
          <p:nvSpPr>
            <p:cNvPr id="934" name="TextBox 933">
              <a:extLst>
                <a:ext uri="{FF2B5EF4-FFF2-40B4-BE49-F238E27FC236}">
                  <a16:creationId xmlns:a16="http://schemas.microsoft.com/office/drawing/2014/main" id="{245925A4-9D28-8627-CDFA-1A1143E00360}"/>
                </a:ext>
              </a:extLst>
            </p:cNvPr>
            <p:cNvSpPr txBox="1"/>
            <p:nvPr/>
          </p:nvSpPr>
          <p:spPr>
            <a:xfrm>
              <a:off x="7231225" y="14772428"/>
              <a:ext cx="17452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4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Tumour</a:t>
              </a:r>
            </a:p>
            <a:p>
              <a:r>
                <a:rPr lang="en-CA" dirty="0">
                  <a:latin typeface="Fira Sans" panose="020B0503050000020004" pitchFamily="34" charset="0"/>
                </a:rPr>
                <a:t>Classes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3626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roup 241">
            <a:extLst>
              <a:ext uri="{FF2B5EF4-FFF2-40B4-BE49-F238E27FC236}">
                <a16:creationId xmlns:a16="http://schemas.microsoft.com/office/drawing/2014/main" id="{1115A201-831F-0AB1-4F88-080153DA7E7A}"/>
              </a:ext>
            </a:extLst>
          </p:cNvPr>
          <p:cNvGrpSpPr/>
          <p:nvPr/>
        </p:nvGrpSpPr>
        <p:grpSpPr>
          <a:xfrm>
            <a:off x="1331134" y="566337"/>
            <a:ext cx="7269016" cy="14587945"/>
            <a:chOff x="1780313" y="405916"/>
            <a:chExt cx="7269016" cy="1458794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849878C-7A29-F2B0-8E83-C7724FFE81B9}"/>
                </a:ext>
              </a:extLst>
            </p:cNvPr>
            <p:cNvSpPr/>
            <p:nvPr/>
          </p:nvSpPr>
          <p:spPr>
            <a:xfrm>
              <a:off x="2478805" y="1818720"/>
              <a:ext cx="4133086" cy="5128180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EB9FC63-74D3-2BD5-CE01-967D3FC823DC}"/>
                </a:ext>
              </a:extLst>
            </p:cNvPr>
            <p:cNvSpPr/>
            <p:nvPr/>
          </p:nvSpPr>
          <p:spPr>
            <a:xfrm>
              <a:off x="2702552" y="2167305"/>
              <a:ext cx="3656428" cy="931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72A9A07-C23D-0E40-8CAB-10AEBFECD8E9}"/>
                </a:ext>
              </a:extLst>
            </p:cNvPr>
            <p:cNvSpPr/>
            <p:nvPr/>
          </p:nvSpPr>
          <p:spPr>
            <a:xfrm>
              <a:off x="2704833" y="3323006"/>
              <a:ext cx="3656428" cy="931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ED26B49-1439-49A4-B041-3835902CE34F}"/>
                </a:ext>
              </a:extLst>
            </p:cNvPr>
            <p:cNvSpPr/>
            <p:nvPr/>
          </p:nvSpPr>
          <p:spPr>
            <a:xfrm>
              <a:off x="2734311" y="4478705"/>
              <a:ext cx="3656428" cy="931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4757784-BA9B-3D6A-7964-DEDFED26BC0F}"/>
                </a:ext>
              </a:extLst>
            </p:cNvPr>
            <p:cNvSpPr/>
            <p:nvPr/>
          </p:nvSpPr>
          <p:spPr>
            <a:xfrm>
              <a:off x="2704833" y="5634406"/>
              <a:ext cx="3656428" cy="931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DD3E94-83D8-3DFF-6D2D-1BECDFBD1D7B}"/>
                </a:ext>
              </a:extLst>
            </p:cNvPr>
            <p:cNvSpPr/>
            <p:nvPr/>
          </p:nvSpPr>
          <p:spPr>
            <a:xfrm rot="21089393">
              <a:off x="3940483" y="2286928"/>
              <a:ext cx="444069" cy="692252"/>
            </a:xfrm>
            <a:custGeom>
              <a:avLst/>
              <a:gdLst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0 w 552450"/>
                <a:gd name="csY3" fmla="*/ 954456 h 954456"/>
                <a:gd name="csX4" fmla="*/ 0 w 552450"/>
                <a:gd name="csY4" fmla="*/ 0 h 954456"/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76200 w 552450"/>
                <a:gd name="csY3" fmla="*/ 802056 h 954456"/>
                <a:gd name="csX4" fmla="*/ 0 w 552450"/>
                <a:gd name="csY4" fmla="*/ 0 h 954456"/>
                <a:gd name="csX0" fmla="*/ 0 w 552450"/>
                <a:gd name="csY0" fmla="*/ 31750 h 986206"/>
                <a:gd name="csX1" fmla="*/ 387350 w 552450"/>
                <a:gd name="csY1" fmla="*/ 0 h 986206"/>
                <a:gd name="csX2" fmla="*/ 552450 w 552450"/>
                <a:gd name="csY2" fmla="*/ 986206 h 986206"/>
                <a:gd name="csX3" fmla="*/ 76200 w 552450"/>
                <a:gd name="csY3" fmla="*/ 833806 h 986206"/>
                <a:gd name="csX4" fmla="*/ 0 w 552450"/>
                <a:gd name="csY4" fmla="*/ 31750 h 9862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52450" h="986206">
                  <a:moveTo>
                    <a:pt x="0" y="31750"/>
                  </a:moveTo>
                  <a:lnTo>
                    <a:pt x="387350" y="0"/>
                  </a:lnTo>
                  <a:lnTo>
                    <a:pt x="552450" y="986206"/>
                  </a:lnTo>
                  <a:lnTo>
                    <a:pt x="76200" y="833806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7799994" rev="0"/>
              </a:camera>
              <a:lightRig rig="threePt" dir="t"/>
            </a:scene3d>
            <a:sp3d extrusionH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842DA333-55BA-56C2-9A88-FAB98033605E}"/>
                </a:ext>
              </a:extLst>
            </p:cNvPr>
            <p:cNvSpPr/>
            <p:nvPr/>
          </p:nvSpPr>
          <p:spPr>
            <a:xfrm rot="21089393">
              <a:off x="4274752" y="2280577"/>
              <a:ext cx="444069" cy="692252"/>
            </a:xfrm>
            <a:custGeom>
              <a:avLst/>
              <a:gdLst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0 w 552450"/>
                <a:gd name="csY3" fmla="*/ 954456 h 954456"/>
                <a:gd name="csX4" fmla="*/ 0 w 552450"/>
                <a:gd name="csY4" fmla="*/ 0 h 954456"/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76200 w 552450"/>
                <a:gd name="csY3" fmla="*/ 802056 h 954456"/>
                <a:gd name="csX4" fmla="*/ 0 w 552450"/>
                <a:gd name="csY4" fmla="*/ 0 h 954456"/>
                <a:gd name="csX0" fmla="*/ 0 w 552450"/>
                <a:gd name="csY0" fmla="*/ 31750 h 986206"/>
                <a:gd name="csX1" fmla="*/ 387350 w 552450"/>
                <a:gd name="csY1" fmla="*/ 0 h 986206"/>
                <a:gd name="csX2" fmla="*/ 552450 w 552450"/>
                <a:gd name="csY2" fmla="*/ 986206 h 986206"/>
                <a:gd name="csX3" fmla="*/ 76200 w 552450"/>
                <a:gd name="csY3" fmla="*/ 833806 h 986206"/>
                <a:gd name="csX4" fmla="*/ 0 w 552450"/>
                <a:gd name="csY4" fmla="*/ 31750 h 9862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52450" h="986206">
                  <a:moveTo>
                    <a:pt x="0" y="31750"/>
                  </a:moveTo>
                  <a:lnTo>
                    <a:pt x="387350" y="0"/>
                  </a:lnTo>
                  <a:lnTo>
                    <a:pt x="552450" y="986206"/>
                  </a:lnTo>
                  <a:lnTo>
                    <a:pt x="76200" y="833806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7799994" rev="0"/>
              </a:camera>
              <a:lightRig rig="threePt" dir="t"/>
            </a:scene3d>
            <a:sp3d extrusionH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AF137435-3025-6F0E-D227-1154EF8E515F}"/>
                </a:ext>
              </a:extLst>
            </p:cNvPr>
            <p:cNvSpPr/>
            <p:nvPr/>
          </p:nvSpPr>
          <p:spPr>
            <a:xfrm rot="21089393">
              <a:off x="4611302" y="2280577"/>
              <a:ext cx="444069" cy="692252"/>
            </a:xfrm>
            <a:custGeom>
              <a:avLst/>
              <a:gdLst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0 w 552450"/>
                <a:gd name="csY3" fmla="*/ 954456 h 954456"/>
                <a:gd name="csX4" fmla="*/ 0 w 552450"/>
                <a:gd name="csY4" fmla="*/ 0 h 954456"/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76200 w 552450"/>
                <a:gd name="csY3" fmla="*/ 802056 h 954456"/>
                <a:gd name="csX4" fmla="*/ 0 w 552450"/>
                <a:gd name="csY4" fmla="*/ 0 h 954456"/>
                <a:gd name="csX0" fmla="*/ 0 w 552450"/>
                <a:gd name="csY0" fmla="*/ 31750 h 986206"/>
                <a:gd name="csX1" fmla="*/ 387350 w 552450"/>
                <a:gd name="csY1" fmla="*/ 0 h 986206"/>
                <a:gd name="csX2" fmla="*/ 552450 w 552450"/>
                <a:gd name="csY2" fmla="*/ 986206 h 986206"/>
                <a:gd name="csX3" fmla="*/ 76200 w 552450"/>
                <a:gd name="csY3" fmla="*/ 833806 h 986206"/>
                <a:gd name="csX4" fmla="*/ 0 w 552450"/>
                <a:gd name="csY4" fmla="*/ 31750 h 9862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52450" h="986206">
                  <a:moveTo>
                    <a:pt x="0" y="31750"/>
                  </a:moveTo>
                  <a:lnTo>
                    <a:pt x="387350" y="0"/>
                  </a:lnTo>
                  <a:lnTo>
                    <a:pt x="552450" y="986206"/>
                  </a:lnTo>
                  <a:lnTo>
                    <a:pt x="76200" y="833806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7799994" rev="0"/>
              </a:camera>
              <a:lightRig rig="threePt" dir="t"/>
            </a:scene3d>
            <a:sp3d extrusionH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7AE28BCC-1CBA-43C6-2726-FDC1B796FCDE}"/>
                </a:ext>
              </a:extLst>
            </p:cNvPr>
            <p:cNvSpPr/>
            <p:nvPr/>
          </p:nvSpPr>
          <p:spPr>
            <a:xfrm rot="21089393">
              <a:off x="2959408" y="3436278"/>
              <a:ext cx="444069" cy="692252"/>
            </a:xfrm>
            <a:custGeom>
              <a:avLst/>
              <a:gdLst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0 w 552450"/>
                <a:gd name="csY3" fmla="*/ 954456 h 954456"/>
                <a:gd name="csX4" fmla="*/ 0 w 552450"/>
                <a:gd name="csY4" fmla="*/ 0 h 954456"/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76200 w 552450"/>
                <a:gd name="csY3" fmla="*/ 802056 h 954456"/>
                <a:gd name="csX4" fmla="*/ 0 w 552450"/>
                <a:gd name="csY4" fmla="*/ 0 h 954456"/>
                <a:gd name="csX0" fmla="*/ 0 w 552450"/>
                <a:gd name="csY0" fmla="*/ 31750 h 986206"/>
                <a:gd name="csX1" fmla="*/ 387350 w 552450"/>
                <a:gd name="csY1" fmla="*/ 0 h 986206"/>
                <a:gd name="csX2" fmla="*/ 552450 w 552450"/>
                <a:gd name="csY2" fmla="*/ 986206 h 986206"/>
                <a:gd name="csX3" fmla="*/ 76200 w 552450"/>
                <a:gd name="csY3" fmla="*/ 833806 h 986206"/>
                <a:gd name="csX4" fmla="*/ 0 w 552450"/>
                <a:gd name="csY4" fmla="*/ 31750 h 9862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52450" h="986206">
                  <a:moveTo>
                    <a:pt x="0" y="31750"/>
                  </a:moveTo>
                  <a:lnTo>
                    <a:pt x="387350" y="0"/>
                  </a:lnTo>
                  <a:lnTo>
                    <a:pt x="552450" y="986206"/>
                  </a:lnTo>
                  <a:lnTo>
                    <a:pt x="76200" y="833806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7799994" rev="0"/>
              </a:camera>
              <a:lightRig rig="threePt" dir="t"/>
            </a:scene3d>
            <a:sp3d extrusionH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4F599CEB-2812-F72B-3B81-3D8AFCC67CC4}"/>
                </a:ext>
              </a:extLst>
            </p:cNvPr>
            <p:cNvSpPr/>
            <p:nvPr/>
          </p:nvSpPr>
          <p:spPr>
            <a:xfrm rot="21089393">
              <a:off x="3293677" y="3429927"/>
              <a:ext cx="444069" cy="692252"/>
            </a:xfrm>
            <a:custGeom>
              <a:avLst/>
              <a:gdLst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0 w 552450"/>
                <a:gd name="csY3" fmla="*/ 954456 h 954456"/>
                <a:gd name="csX4" fmla="*/ 0 w 552450"/>
                <a:gd name="csY4" fmla="*/ 0 h 954456"/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76200 w 552450"/>
                <a:gd name="csY3" fmla="*/ 802056 h 954456"/>
                <a:gd name="csX4" fmla="*/ 0 w 552450"/>
                <a:gd name="csY4" fmla="*/ 0 h 954456"/>
                <a:gd name="csX0" fmla="*/ 0 w 552450"/>
                <a:gd name="csY0" fmla="*/ 31750 h 986206"/>
                <a:gd name="csX1" fmla="*/ 387350 w 552450"/>
                <a:gd name="csY1" fmla="*/ 0 h 986206"/>
                <a:gd name="csX2" fmla="*/ 552450 w 552450"/>
                <a:gd name="csY2" fmla="*/ 986206 h 986206"/>
                <a:gd name="csX3" fmla="*/ 76200 w 552450"/>
                <a:gd name="csY3" fmla="*/ 833806 h 986206"/>
                <a:gd name="csX4" fmla="*/ 0 w 552450"/>
                <a:gd name="csY4" fmla="*/ 31750 h 9862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52450" h="986206">
                  <a:moveTo>
                    <a:pt x="0" y="31750"/>
                  </a:moveTo>
                  <a:lnTo>
                    <a:pt x="387350" y="0"/>
                  </a:lnTo>
                  <a:lnTo>
                    <a:pt x="552450" y="986206"/>
                  </a:lnTo>
                  <a:lnTo>
                    <a:pt x="76200" y="833806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7799994" rev="0"/>
              </a:camera>
              <a:lightRig rig="threePt" dir="t"/>
            </a:scene3d>
            <a:sp3d extrusionH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EFE2435F-BEB4-2946-B46B-CCA2702D3B5E}"/>
                </a:ext>
              </a:extLst>
            </p:cNvPr>
            <p:cNvSpPr/>
            <p:nvPr/>
          </p:nvSpPr>
          <p:spPr>
            <a:xfrm rot="21089393">
              <a:off x="5278052" y="3436277"/>
              <a:ext cx="444069" cy="692252"/>
            </a:xfrm>
            <a:custGeom>
              <a:avLst/>
              <a:gdLst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0 w 552450"/>
                <a:gd name="csY3" fmla="*/ 954456 h 954456"/>
                <a:gd name="csX4" fmla="*/ 0 w 552450"/>
                <a:gd name="csY4" fmla="*/ 0 h 954456"/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76200 w 552450"/>
                <a:gd name="csY3" fmla="*/ 802056 h 954456"/>
                <a:gd name="csX4" fmla="*/ 0 w 552450"/>
                <a:gd name="csY4" fmla="*/ 0 h 954456"/>
                <a:gd name="csX0" fmla="*/ 0 w 552450"/>
                <a:gd name="csY0" fmla="*/ 31750 h 986206"/>
                <a:gd name="csX1" fmla="*/ 387350 w 552450"/>
                <a:gd name="csY1" fmla="*/ 0 h 986206"/>
                <a:gd name="csX2" fmla="*/ 552450 w 552450"/>
                <a:gd name="csY2" fmla="*/ 986206 h 986206"/>
                <a:gd name="csX3" fmla="*/ 76200 w 552450"/>
                <a:gd name="csY3" fmla="*/ 833806 h 986206"/>
                <a:gd name="csX4" fmla="*/ 0 w 552450"/>
                <a:gd name="csY4" fmla="*/ 31750 h 9862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52450" h="986206">
                  <a:moveTo>
                    <a:pt x="0" y="31750"/>
                  </a:moveTo>
                  <a:lnTo>
                    <a:pt x="387350" y="0"/>
                  </a:lnTo>
                  <a:lnTo>
                    <a:pt x="552450" y="986206"/>
                  </a:lnTo>
                  <a:lnTo>
                    <a:pt x="76200" y="833806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7799994" rev="0"/>
              </a:camera>
              <a:lightRig rig="threePt" dir="t"/>
            </a:scene3d>
            <a:sp3d extrusionH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5205B1C8-E160-FD14-DFD9-A30E6C111477}"/>
                </a:ext>
              </a:extLst>
            </p:cNvPr>
            <p:cNvSpPr/>
            <p:nvPr/>
          </p:nvSpPr>
          <p:spPr>
            <a:xfrm rot="21089393">
              <a:off x="5614602" y="3436277"/>
              <a:ext cx="444069" cy="692252"/>
            </a:xfrm>
            <a:custGeom>
              <a:avLst/>
              <a:gdLst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0 w 552450"/>
                <a:gd name="csY3" fmla="*/ 954456 h 954456"/>
                <a:gd name="csX4" fmla="*/ 0 w 552450"/>
                <a:gd name="csY4" fmla="*/ 0 h 954456"/>
                <a:gd name="csX0" fmla="*/ 0 w 552450"/>
                <a:gd name="csY0" fmla="*/ 0 h 954456"/>
                <a:gd name="csX1" fmla="*/ 552450 w 552450"/>
                <a:gd name="csY1" fmla="*/ 0 h 954456"/>
                <a:gd name="csX2" fmla="*/ 552450 w 552450"/>
                <a:gd name="csY2" fmla="*/ 954456 h 954456"/>
                <a:gd name="csX3" fmla="*/ 76200 w 552450"/>
                <a:gd name="csY3" fmla="*/ 802056 h 954456"/>
                <a:gd name="csX4" fmla="*/ 0 w 552450"/>
                <a:gd name="csY4" fmla="*/ 0 h 954456"/>
                <a:gd name="csX0" fmla="*/ 0 w 552450"/>
                <a:gd name="csY0" fmla="*/ 31750 h 986206"/>
                <a:gd name="csX1" fmla="*/ 387350 w 552450"/>
                <a:gd name="csY1" fmla="*/ 0 h 986206"/>
                <a:gd name="csX2" fmla="*/ 552450 w 552450"/>
                <a:gd name="csY2" fmla="*/ 986206 h 986206"/>
                <a:gd name="csX3" fmla="*/ 76200 w 552450"/>
                <a:gd name="csY3" fmla="*/ 833806 h 986206"/>
                <a:gd name="csX4" fmla="*/ 0 w 552450"/>
                <a:gd name="csY4" fmla="*/ 31750 h 9862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52450" h="986206">
                  <a:moveTo>
                    <a:pt x="0" y="31750"/>
                  </a:moveTo>
                  <a:lnTo>
                    <a:pt x="387350" y="0"/>
                  </a:lnTo>
                  <a:lnTo>
                    <a:pt x="552450" y="986206"/>
                  </a:lnTo>
                  <a:lnTo>
                    <a:pt x="76200" y="833806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7799994" rev="0"/>
              </a:camera>
              <a:lightRig rig="threePt" dir="t"/>
            </a:scene3d>
            <a:sp3d extrusionH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EDF4826-8879-F477-1637-3AF63C792E51}"/>
                </a:ext>
              </a:extLst>
            </p:cNvPr>
            <p:cNvSpPr/>
            <p:nvPr/>
          </p:nvSpPr>
          <p:spPr>
            <a:xfrm>
              <a:off x="4352624" y="3775465"/>
              <a:ext cx="33212" cy="336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DF58FD7-6C82-D5A1-AAA5-A93859AFDA9A}"/>
                </a:ext>
              </a:extLst>
            </p:cNvPr>
            <p:cNvSpPr/>
            <p:nvPr/>
          </p:nvSpPr>
          <p:spPr>
            <a:xfrm>
              <a:off x="4520899" y="3770219"/>
              <a:ext cx="33212" cy="370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D2E828E-AFB6-3659-8F17-F51E63B5222F}"/>
                </a:ext>
              </a:extLst>
            </p:cNvPr>
            <p:cNvSpPr/>
            <p:nvPr/>
          </p:nvSpPr>
          <p:spPr>
            <a:xfrm>
              <a:off x="4689174" y="3770220"/>
              <a:ext cx="33212" cy="370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A896AAC-C6E1-CB37-8126-9A2D8F5D30B7}"/>
                </a:ext>
              </a:extLst>
            </p:cNvPr>
            <p:cNvGrpSpPr/>
            <p:nvPr/>
          </p:nvGrpSpPr>
          <p:grpSpPr>
            <a:xfrm>
              <a:off x="3033272" y="4619292"/>
              <a:ext cx="676009" cy="650321"/>
              <a:chOff x="3988408" y="5883121"/>
              <a:chExt cx="308109" cy="29515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C72C831-7CCB-2172-EDB4-A8F2E750DA8F}"/>
                  </a:ext>
                </a:extLst>
              </p:cNvPr>
              <p:cNvSpPr/>
              <p:nvPr/>
            </p:nvSpPr>
            <p:spPr>
              <a:xfrm>
                <a:off x="3993428" y="5883121"/>
                <a:ext cx="303089" cy="2951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C5FED0A-E137-7C4A-58D4-32B1A581D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4478" y="5883121"/>
                <a:ext cx="0" cy="2951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F259B17-2289-E666-8099-7BB275BD5C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8408" y="5983766"/>
                <a:ext cx="3081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DBAF92E-1FFC-8023-124F-F597EFAE9E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93428" y="6075734"/>
                <a:ext cx="3030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6F1E58F-8D57-7C92-390A-D1B69F0ECE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7255" y="5883121"/>
                <a:ext cx="0" cy="2951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A3E004F-8E05-6A01-E7BE-64DF1C877C3B}"/>
                </a:ext>
              </a:extLst>
            </p:cNvPr>
            <p:cNvGrpSpPr/>
            <p:nvPr/>
          </p:nvGrpSpPr>
          <p:grpSpPr>
            <a:xfrm>
              <a:off x="5404956" y="4621469"/>
              <a:ext cx="676009" cy="650321"/>
              <a:chOff x="3988408" y="5883121"/>
              <a:chExt cx="308109" cy="295159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535D489-A8FE-E172-5B85-37F2CF3E8AB8}"/>
                  </a:ext>
                </a:extLst>
              </p:cNvPr>
              <p:cNvSpPr/>
              <p:nvPr/>
            </p:nvSpPr>
            <p:spPr>
              <a:xfrm>
                <a:off x="3993428" y="5883121"/>
                <a:ext cx="303089" cy="2951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15F9435-184B-9851-3D39-1A6A4B6F20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4478" y="5883121"/>
                <a:ext cx="0" cy="2951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248F28A-0F36-C25D-0DA2-467DA0F9ED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8408" y="5983766"/>
                <a:ext cx="3081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94163A9-E156-B438-015E-25C9E4B1C4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93428" y="6075734"/>
                <a:ext cx="3030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FF65685-8884-C571-0B03-23BA526E3F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7255" y="5883121"/>
                <a:ext cx="0" cy="2951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99AB3E9-CC3B-79C8-D2DE-A7047087C877}"/>
                </a:ext>
              </a:extLst>
            </p:cNvPr>
            <p:cNvSpPr/>
            <p:nvPr/>
          </p:nvSpPr>
          <p:spPr>
            <a:xfrm>
              <a:off x="4967262" y="4626975"/>
              <a:ext cx="210379" cy="2085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44B1C3C-886D-A953-0CFE-CA2F438CB838}"/>
                </a:ext>
              </a:extLst>
            </p:cNvPr>
            <p:cNvCxnSpPr>
              <a:cxnSpLocks/>
              <a:stCxn id="43" idx="0"/>
              <a:endCxn id="42" idx="4"/>
            </p:cNvCxnSpPr>
            <p:nvPr/>
          </p:nvCxnSpPr>
          <p:spPr>
            <a:xfrm flipV="1">
              <a:off x="4005024" y="4841040"/>
              <a:ext cx="1" cy="224206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9471933-4864-C108-1B46-B7B5DD925045}"/>
                </a:ext>
              </a:extLst>
            </p:cNvPr>
            <p:cNvSpPr/>
            <p:nvPr/>
          </p:nvSpPr>
          <p:spPr>
            <a:xfrm>
              <a:off x="3899835" y="4632453"/>
              <a:ext cx="210379" cy="2085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6A7C997-B3E1-7D44-E9E1-CF1D2A356846}"/>
                </a:ext>
              </a:extLst>
            </p:cNvPr>
            <p:cNvSpPr/>
            <p:nvPr/>
          </p:nvSpPr>
          <p:spPr>
            <a:xfrm>
              <a:off x="3899834" y="5065246"/>
              <a:ext cx="210379" cy="2085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1A63DEA-053F-F154-7BB3-9ABE75DDC82C}"/>
                </a:ext>
              </a:extLst>
            </p:cNvPr>
            <p:cNvSpPr/>
            <p:nvPr/>
          </p:nvSpPr>
          <p:spPr>
            <a:xfrm>
              <a:off x="4967262" y="5044819"/>
              <a:ext cx="210379" cy="2085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505B3C8-CAD1-0448-01D4-772C1C48EFE7}"/>
                </a:ext>
              </a:extLst>
            </p:cNvPr>
            <p:cNvSpPr/>
            <p:nvPr/>
          </p:nvSpPr>
          <p:spPr>
            <a:xfrm>
              <a:off x="4443123" y="4873187"/>
              <a:ext cx="210379" cy="2085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1AF6984-4680-2472-595D-A1BABF8C1156}"/>
                </a:ext>
              </a:extLst>
            </p:cNvPr>
            <p:cNvCxnSpPr>
              <a:cxnSpLocks/>
              <a:stCxn id="45" idx="1"/>
              <a:endCxn id="42" idx="6"/>
            </p:cNvCxnSpPr>
            <p:nvPr/>
          </p:nvCxnSpPr>
          <p:spPr>
            <a:xfrm flipH="1" flipV="1">
              <a:off x="4110214" y="4736747"/>
              <a:ext cx="363718" cy="166987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83C2609-673D-6E4A-3FF0-B722AFA169C2}"/>
                </a:ext>
              </a:extLst>
            </p:cNvPr>
            <p:cNvCxnSpPr>
              <a:cxnSpLocks/>
              <a:stCxn id="44" idx="2"/>
              <a:endCxn id="45" idx="6"/>
            </p:cNvCxnSpPr>
            <p:nvPr/>
          </p:nvCxnSpPr>
          <p:spPr>
            <a:xfrm flipH="1" flipV="1">
              <a:off x="4653502" y="4977481"/>
              <a:ext cx="313760" cy="17163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6E90181-A921-5137-9FE1-0836F45E8E94}"/>
                </a:ext>
              </a:extLst>
            </p:cNvPr>
            <p:cNvCxnSpPr>
              <a:cxnSpLocks/>
              <a:stCxn id="40" idx="2"/>
              <a:endCxn id="45" idx="7"/>
            </p:cNvCxnSpPr>
            <p:nvPr/>
          </p:nvCxnSpPr>
          <p:spPr>
            <a:xfrm flipH="1">
              <a:off x="4622693" y="4731269"/>
              <a:ext cx="344569" cy="172465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405D044-7815-C260-DB0B-74FD1BBD9EE1}"/>
                </a:ext>
              </a:extLst>
            </p:cNvPr>
            <p:cNvCxnSpPr>
              <a:cxnSpLocks/>
              <a:stCxn id="43" idx="6"/>
              <a:endCxn id="45" idx="2"/>
            </p:cNvCxnSpPr>
            <p:nvPr/>
          </p:nvCxnSpPr>
          <p:spPr>
            <a:xfrm flipV="1">
              <a:off x="4110213" y="4977481"/>
              <a:ext cx="332910" cy="192059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FE9BFBE-575A-C3EA-3361-42BE7D8D2EFA}"/>
                </a:ext>
              </a:extLst>
            </p:cNvPr>
            <p:cNvCxnSpPr>
              <a:cxnSpLocks/>
              <a:stCxn id="44" idx="0"/>
              <a:endCxn id="40" idx="4"/>
            </p:cNvCxnSpPr>
            <p:nvPr/>
          </p:nvCxnSpPr>
          <p:spPr>
            <a:xfrm flipV="1">
              <a:off x="5072452" y="4835562"/>
              <a:ext cx="0" cy="209257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8F13E11C-4F07-0368-C81E-290660C096EF}"/>
                </a:ext>
              </a:extLst>
            </p:cNvPr>
            <p:cNvSpPr/>
            <p:nvPr/>
          </p:nvSpPr>
          <p:spPr>
            <a:xfrm>
              <a:off x="4114648" y="5693835"/>
              <a:ext cx="607530" cy="594775"/>
            </a:xfrm>
            <a:prstGeom prst="roundRect">
              <a:avLst/>
            </a:prstGeom>
            <a:solidFill>
              <a:schemeClr val="bg2">
                <a:lumMod val="90000"/>
                <a:alpha val="31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F030680C-1672-A239-44E8-39690A037402}"/>
                </a:ext>
              </a:extLst>
            </p:cNvPr>
            <p:cNvSpPr/>
            <p:nvPr/>
          </p:nvSpPr>
          <p:spPr>
            <a:xfrm>
              <a:off x="4195626" y="5742904"/>
              <a:ext cx="607530" cy="594775"/>
            </a:xfrm>
            <a:prstGeom prst="roundRect">
              <a:avLst/>
            </a:prstGeom>
            <a:solidFill>
              <a:schemeClr val="bg2">
                <a:lumMod val="90000"/>
                <a:alpha val="17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A8386299-5244-39FD-223A-56025695C16F}"/>
                </a:ext>
              </a:extLst>
            </p:cNvPr>
            <p:cNvSpPr/>
            <p:nvPr/>
          </p:nvSpPr>
          <p:spPr>
            <a:xfrm>
              <a:off x="4270679" y="5796669"/>
              <a:ext cx="607530" cy="594775"/>
            </a:xfrm>
            <a:prstGeom prst="roundRect">
              <a:avLst/>
            </a:prstGeom>
            <a:solidFill>
              <a:schemeClr val="bg2">
                <a:lumMod val="90000"/>
                <a:alpha val="4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375E216C-D895-4A37-7D4D-162D18ACA82E}"/>
                </a:ext>
              </a:extLst>
            </p:cNvPr>
            <p:cNvSpPr/>
            <p:nvPr/>
          </p:nvSpPr>
          <p:spPr>
            <a:xfrm>
              <a:off x="4351657" y="5845738"/>
              <a:ext cx="607530" cy="594775"/>
            </a:xfrm>
            <a:prstGeom prst="roundRect">
              <a:avLst/>
            </a:prstGeom>
            <a:solidFill>
              <a:schemeClr val="bg2">
                <a:lumMod val="90000"/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CEC5C4D0-BC9E-F129-BF55-9A852F66DDB2}"/>
                </a:ext>
              </a:extLst>
            </p:cNvPr>
            <p:cNvSpPr/>
            <p:nvPr/>
          </p:nvSpPr>
          <p:spPr>
            <a:xfrm>
              <a:off x="4430386" y="5900422"/>
              <a:ext cx="607530" cy="594775"/>
            </a:xfrm>
            <a:prstGeom prst="roundRect">
              <a:avLst/>
            </a:prstGeom>
            <a:solidFill>
              <a:schemeClr val="bg2">
                <a:lumMod val="90000"/>
                <a:alpha val="4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39AF8AA-010B-770D-ADEF-505651BCA525}"/>
                </a:ext>
              </a:extLst>
            </p:cNvPr>
            <p:cNvSpPr/>
            <p:nvPr/>
          </p:nvSpPr>
          <p:spPr>
            <a:xfrm>
              <a:off x="3081601" y="7252847"/>
              <a:ext cx="3087513" cy="8943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CF9E936-E8ED-33A4-9B50-AC13F456BD71}"/>
                </a:ext>
              </a:extLst>
            </p:cNvPr>
            <p:cNvGrpSpPr/>
            <p:nvPr/>
          </p:nvGrpSpPr>
          <p:grpSpPr>
            <a:xfrm>
              <a:off x="3537725" y="7418991"/>
              <a:ext cx="565807" cy="562048"/>
              <a:chOff x="3544406" y="7355829"/>
              <a:chExt cx="565807" cy="562048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179DB9DA-6313-0D74-80B8-C4B536471495}"/>
                  </a:ext>
                </a:extLst>
              </p:cNvPr>
              <p:cNvSpPr/>
              <p:nvPr/>
            </p:nvSpPr>
            <p:spPr>
              <a:xfrm>
                <a:off x="3544406" y="7355829"/>
                <a:ext cx="565807" cy="5620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47"/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C5ED1D00-C5F3-0500-4ECF-ACF394E640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4406" y="7627610"/>
                <a:ext cx="56580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D17CEC9-437A-0A40-D2D7-8D9AB13A8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4455" y="7355829"/>
                <a:ext cx="0" cy="562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74F516E-27D0-FEEB-7B52-4C84527DC51B}"/>
                </a:ext>
              </a:extLst>
            </p:cNvPr>
            <p:cNvSpPr/>
            <p:nvPr/>
          </p:nvSpPr>
          <p:spPr>
            <a:xfrm>
              <a:off x="5198795" y="7418991"/>
              <a:ext cx="565807" cy="5620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9A244254-A593-8B00-E5FD-6EC68EB77605}"/>
                </a:ext>
              </a:extLst>
            </p:cNvPr>
            <p:cNvSpPr/>
            <p:nvPr/>
          </p:nvSpPr>
          <p:spPr>
            <a:xfrm>
              <a:off x="3759533" y="8430867"/>
              <a:ext cx="1858275" cy="162713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553464E-21BC-8BEB-91C9-7923443CFFF9}"/>
                </a:ext>
              </a:extLst>
            </p:cNvPr>
            <p:cNvSpPr/>
            <p:nvPr/>
          </p:nvSpPr>
          <p:spPr>
            <a:xfrm>
              <a:off x="3991569" y="8883529"/>
              <a:ext cx="231631" cy="2246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D3FC034-1034-C0E0-3A42-71497D60734F}"/>
                </a:ext>
              </a:extLst>
            </p:cNvPr>
            <p:cNvSpPr/>
            <p:nvPr/>
          </p:nvSpPr>
          <p:spPr>
            <a:xfrm>
              <a:off x="4305241" y="8883529"/>
              <a:ext cx="231631" cy="2246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1000E42-1653-AF7E-F34C-4AE4A482EF1A}"/>
                </a:ext>
              </a:extLst>
            </p:cNvPr>
            <p:cNvSpPr/>
            <p:nvPr/>
          </p:nvSpPr>
          <p:spPr>
            <a:xfrm>
              <a:off x="4618913" y="8883529"/>
              <a:ext cx="231631" cy="2246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DBBFF82-A9E8-A5CD-C695-A2BBA9969FEC}"/>
                </a:ext>
              </a:extLst>
            </p:cNvPr>
            <p:cNvSpPr/>
            <p:nvPr/>
          </p:nvSpPr>
          <p:spPr>
            <a:xfrm>
              <a:off x="4915978" y="8984616"/>
              <a:ext cx="33212" cy="336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B3F39273-39B1-4D68-03D6-9AB2F3BAEA9A}"/>
                </a:ext>
              </a:extLst>
            </p:cNvPr>
            <p:cNvSpPr/>
            <p:nvPr/>
          </p:nvSpPr>
          <p:spPr>
            <a:xfrm>
              <a:off x="4981413" y="8984616"/>
              <a:ext cx="33212" cy="336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42CFD5B-0271-73A9-9581-CD21CE9A24E8}"/>
                </a:ext>
              </a:extLst>
            </p:cNvPr>
            <p:cNvSpPr/>
            <p:nvPr/>
          </p:nvSpPr>
          <p:spPr>
            <a:xfrm>
              <a:off x="5046848" y="8984616"/>
              <a:ext cx="33212" cy="336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7AEA68E-3111-059E-01B3-E6CE9AB5A59A}"/>
                </a:ext>
              </a:extLst>
            </p:cNvPr>
            <p:cNvSpPr/>
            <p:nvPr/>
          </p:nvSpPr>
          <p:spPr>
            <a:xfrm>
              <a:off x="5146037" y="8889143"/>
              <a:ext cx="231631" cy="2246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DAAEA82-088B-8956-FD07-39B65D6F5250}"/>
                </a:ext>
              </a:extLst>
            </p:cNvPr>
            <p:cNvSpPr txBox="1"/>
            <p:nvPr/>
          </p:nvSpPr>
          <p:spPr>
            <a:xfrm>
              <a:off x="3928718" y="8498531"/>
              <a:ext cx="1745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512-d vector </a:t>
              </a:r>
              <a:endParaRPr lang="en-CA" b="1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8A61BBC7-E7E2-5CAD-B10A-D7FCDD7D875E}"/>
                </a:ext>
              </a:extLst>
            </p:cNvPr>
            <p:cNvSpPr/>
            <p:nvPr/>
          </p:nvSpPr>
          <p:spPr>
            <a:xfrm>
              <a:off x="3991569" y="9221204"/>
              <a:ext cx="210379" cy="2085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2F558B7-A09C-0615-4B5A-82CF27857EE7}"/>
                </a:ext>
              </a:extLst>
            </p:cNvPr>
            <p:cNvSpPr/>
            <p:nvPr/>
          </p:nvSpPr>
          <p:spPr>
            <a:xfrm>
              <a:off x="4577104" y="9229227"/>
              <a:ext cx="210379" cy="208587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D6F03FD-11B2-C93D-D067-BA4B7D579000}"/>
                </a:ext>
              </a:extLst>
            </p:cNvPr>
            <p:cNvSpPr/>
            <p:nvPr/>
          </p:nvSpPr>
          <p:spPr>
            <a:xfrm>
              <a:off x="5162640" y="9237246"/>
              <a:ext cx="210379" cy="2085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55F2229-AE98-4AC3-B15F-5920FE163385}"/>
                </a:ext>
              </a:extLst>
            </p:cNvPr>
            <p:cNvCxnSpPr>
              <a:cxnSpLocks/>
              <a:endCxn id="98" idx="2"/>
            </p:cNvCxnSpPr>
            <p:nvPr/>
          </p:nvCxnSpPr>
          <p:spPr>
            <a:xfrm flipV="1">
              <a:off x="1792846" y="9333521"/>
              <a:ext cx="2784258" cy="253465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68BDAE6-F94C-44AF-B6A9-A789793D3333}"/>
                </a:ext>
              </a:extLst>
            </p:cNvPr>
            <p:cNvCxnSpPr>
              <a:cxnSpLocks/>
              <a:endCxn id="98" idx="5"/>
            </p:cNvCxnSpPr>
            <p:nvPr/>
          </p:nvCxnSpPr>
          <p:spPr>
            <a:xfrm flipV="1">
              <a:off x="1780313" y="9407267"/>
              <a:ext cx="2976361" cy="246091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052C0E4D-E8EA-51DB-3187-0E28E605A476}"/>
                </a:ext>
              </a:extLst>
            </p:cNvPr>
            <p:cNvSpPr/>
            <p:nvPr/>
          </p:nvSpPr>
          <p:spPr>
            <a:xfrm>
              <a:off x="3059560" y="10873242"/>
              <a:ext cx="2900201" cy="189759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599685E-C944-5538-DC08-C67266CA2558}"/>
                </a:ext>
              </a:extLst>
            </p:cNvPr>
            <p:cNvSpPr/>
            <p:nvPr/>
          </p:nvSpPr>
          <p:spPr>
            <a:xfrm>
              <a:off x="3216192" y="11691203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4873FBA0-FA6D-E4AE-3BC1-CCA69A369B68}"/>
                </a:ext>
              </a:extLst>
            </p:cNvPr>
            <p:cNvSpPr/>
            <p:nvPr/>
          </p:nvSpPr>
          <p:spPr>
            <a:xfrm>
              <a:off x="3216192" y="11233026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30540BF1-1045-DE44-F0D9-E2A83387BC05}"/>
                </a:ext>
              </a:extLst>
            </p:cNvPr>
            <p:cNvSpPr/>
            <p:nvPr/>
          </p:nvSpPr>
          <p:spPr>
            <a:xfrm>
              <a:off x="3216192" y="12178387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1435F31-F228-6BB2-F2E2-91109CEEF60E}"/>
                </a:ext>
              </a:extLst>
            </p:cNvPr>
            <p:cNvSpPr/>
            <p:nvPr/>
          </p:nvSpPr>
          <p:spPr>
            <a:xfrm>
              <a:off x="3921222" y="11691203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229B553-7CBF-C322-340D-2266E7C1C7F1}"/>
                </a:ext>
              </a:extLst>
            </p:cNvPr>
            <p:cNvSpPr/>
            <p:nvPr/>
          </p:nvSpPr>
          <p:spPr>
            <a:xfrm>
              <a:off x="3921222" y="11233026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E253A70-C8A3-39F6-49B9-45371247B6EF}"/>
                </a:ext>
              </a:extLst>
            </p:cNvPr>
            <p:cNvSpPr/>
            <p:nvPr/>
          </p:nvSpPr>
          <p:spPr>
            <a:xfrm>
              <a:off x="3919515" y="12180178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FFF96E8-016A-63F1-E8C0-150F3BE4ABC9}"/>
                </a:ext>
              </a:extLst>
            </p:cNvPr>
            <p:cNvCxnSpPr>
              <a:cxnSpLocks/>
              <a:stCxn id="104" idx="6"/>
              <a:endCxn id="107" idx="2"/>
            </p:cNvCxnSpPr>
            <p:nvPr/>
          </p:nvCxnSpPr>
          <p:spPr>
            <a:xfrm>
              <a:off x="3526139" y="11389026"/>
              <a:ext cx="395081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894F751-E159-5124-34FF-19F49A06EBAF}"/>
                </a:ext>
              </a:extLst>
            </p:cNvPr>
            <p:cNvCxnSpPr>
              <a:cxnSpLocks/>
              <a:stCxn id="104" idx="6"/>
              <a:endCxn id="106" idx="2"/>
            </p:cNvCxnSpPr>
            <p:nvPr/>
          </p:nvCxnSpPr>
          <p:spPr>
            <a:xfrm>
              <a:off x="3526139" y="11389026"/>
              <a:ext cx="395081" cy="45817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B712303E-A1E4-E480-F952-7AA3F9F0C58B}"/>
                </a:ext>
              </a:extLst>
            </p:cNvPr>
            <p:cNvCxnSpPr>
              <a:cxnSpLocks/>
              <a:stCxn id="106" idx="2"/>
              <a:endCxn id="105" idx="6"/>
            </p:cNvCxnSpPr>
            <p:nvPr/>
          </p:nvCxnSpPr>
          <p:spPr>
            <a:xfrm flipH="1">
              <a:off x="3526139" y="11847205"/>
              <a:ext cx="395081" cy="48718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99D6FB7-D260-7682-B9CE-214D7FAEF120}"/>
                </a:ext>
              </a:extLst>
            </p:cNvPr>
            <p:cNvCxnSpPr>
              <a:cxnSpLocks/>
              <a:stCxn id="104" idx="6"/>
              <a:endCxn id="108" idx="2"/>
            </p:cNvCxnSpPr>
            <p:nvPr/>
          </p:nvCxnSpPr>
          <p:spPr>
            <a:xfrm>
              <a:off x="3526139" y="11389026"/>
              <a:ext cx="393376" cy="94715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34CAB771-EA4F-AF68-470A-DD9FD2CA5F16}"/>
                </a:ext>
              </a:extLst>
            </p:cNvPr>
            <p:cNvSpPr/>
            <p:nvPr/>
          </p:nvSpPr>
          <p:spPr>
            <a:xfrm>
              <a:off x="4622838" y="11691203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DCBE6C2F-CCEB-AEA7-8FB2-5F06D7436670}"/>
                </a:ext>
              </a:extLst>
            </p:cNvPr>
            <p:cNvSpPr/>
            <p:nvPr/>
          </p:nvSpPr>
          <p:spPr>
            <a:xfrm>
              <a:off x="4622838" y="11233026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73FE4B96-25B5-4120-209C-BC5FAB9A88B6}"/>
                </a:ext>
              </a:extLst>
            </p:cNvPr>
            <p:cNvSpPr/>
            <p:nvPr/>
          </p:nvSpPr>
          <p:spPr>
            <a:xfrm>
              <a:off x="4621132" y="12180178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C063818-157F-B366-0170-BB1F25628F6E}"/>
                </a:ext>
              </a:extLst>
            </p:cNvPr>
            <p:cNvCxnSpPr>
              <a:cxnSpLocks/>
              <a:endCxn id="108" idx="2"/>
            </p:cNvCxnSpPr>
            <p:nvPr/>
          </p:nvCxnSpPr>
          <p:spPr>
            <a:xfrm>
              <a:off x="3531090" y="11850346"/>
              <a:ext cx="388425" cy="48583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92D57EE-723F-D4D2-B95E-79E22B6F1484}"/>
                </a:ext>
              </a:extLst>
            </p:cNvPr>
            <p:cNvCxnSpPr>
              <a:cxnSpLocks/>
              <a:stCxn id="105" idx="6"/>
              <a:endCxn id="108" idx="2"/>
            </p:cNvCxnSpPr>
            <p:nvPr/>
          </p:nvCxnSpPr>
          <p:spPr>
            <a:xfrm>
              <a:off x="3526139" y="12334387"/>
              <a:ext cx="393376" cy="179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8009913B-63B9-83C4-FEFE-226AC1B6E428}"/>
                </a:ext>
              </a:extLst>
            </p:cNvPr>
            <p:cNvCxnSpPr>
              <a:cxnSpLocks/>
            </p:cNvCxnSpPr>
            <p:nvPr/>
          </p:nvCxnSpPr>
          <p:spPr>
            <a:xfrm>
              <a:off x="3526139" y="11848554"/>
              <a:ext cx="393376" cy="179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CA12CCD-A2FB-453B-EC67-01DB7651375C}"/>
                </a:ext>
              </a:extLst>
            </p:cNvPr>
            <p:cNvCxnSpPr>
              <a:cxnSpLocks/>
              <a:stCxn id="103" idx="6"/>
              <a:endCxn id="107" idx="2"/>
            </p:cNvCxnSpPr>
            <p:nvPr/>
          </p:nvCxnSpPr>
          <p:spPr>
            <a:xfrm flipV="1">
              <a:off x="3526139" y="11389026"/>
              <a:ext cx="395081" cy="45817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2744078-5C57-9933-4EDA-10FD390E1D01}"/>
                </a:ext>
              </a:extLst>
            </p:cNvPr>
            <p:cNvCxnSpPr>
              <a:cxnSpLocks/>
              <a:stCxn id="105" idx="6"/>
              <a:endCxn id="107" idx="2"/>
            </p:cNvCxnSpPr>
            <p:nvPr/>
          </p:nvCxnSpPr>
          <p:spPr>
            <a:xfrm flipV="1">
              <a:off x="3526139" y="11389026"/>
              <a:ext cx="395081" cy="94536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C9A1F40-980C-E605-1BF1-422497391EB2}"/>
                </a:ext>
              </a:extLst>
            </p:cNvPr>
            <p:cNvCxnSpPr/>
            <p:nvPr/>
          </p:nvCxnSpPr>
          <p:spPr>
            <a:xfrm>
              <a:off x="4232876" y="11389026"/>
              <a:ext cx="395081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CE4A912-D44B-8585-CF30-7DC83BC5480C}"/>
                </a:ext>
              </a:extLst>
            </p:cNvPr>
            <p:cNvCxnSpPr/>
            <p:nvPr/>
          </p:nvCxnSpPr>
          <p:spPr>
            <a:xfrm>
              <a:off x="4232876" y="11389026"/>
              <a:ext cx="395081" cy="45817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F288FE6-87B6-F36E-0E9C-18C1A33628F9}"/>
                </a:ext>
              </a:extLst>
            </p:cNvPr>
            <p:cNvCxnSpPr/>
            <p:nvPr/>
          </p:nvCxnSpPr>
          <p:spPr>
            <a:xfrm flipH="1">
              <a:off x="4232876" y="11847205"/>
              <a:ext cx="395081" cy="48718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FBF0531-F29A-BAA5-C717-7E096636E9D7}"/>
                </a:ext>
              </a:extLst>
            </p:cNvPr>
            <p:cNvCxnSpPr/>
            <p:nvPr/>
          </p:nvCxnSpPr>
          <p:spPr>
            <a:xfrm>
              <a:off x="4232876" y="11389026"/>
              <a:ext cx="393376" cy="94715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C74B8C1-22E9-0357-785F-EB7FB8EFB178}"/>
                </a:ext>
              </a:extLst>
            </p:cNvPr>
            <p:cNvCxnSpPr>
              <a:cxnSpLocks/>
            </p:cNvCxnSpPr>
            <p:nvPr/>
          </p:nvCxnSpPr>
          <p:spPr>
            <a:xfrm>
              <a:off x="4237826" y="11850346"/>
              <a:ext cx="388425" cy="48583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03A348D-52A2-6EA8-539E-44E727B1AF90}"/>
                </a:ext>
              </a:extLst>
            </p:cNvPr>
            <p:cNvCxnSpPr>
              <a:cxnSpLocks/>
            </p:cNvCxnSpPr>
            <p:nvPr/>
          </p:nvCxnSpPr>
          <p:spPr>
            <a:xfrm>
              <a:off x="4232876" y="12334387"/>
              <a:ext cx="393376" cy="179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5881A94-1D56-61E4-1F0D-4CF9F89A4AC0}"/>
                </a:ext>
              </a:extLst>
            </p:cNvPr>
            <p:cNvCxnSpPr>
              <a:cxnSpLocks/>
            </p:cNvCxnSpPr>
            <p:nvPr/>
          </p:nvCxnSpPr>
          <p:spPr>
            <a:xfrm>
              <a:off x="4232876" y="11848554"/>
              <a:ext cx="393376" cy="179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DB7257C-3C51-6460-1E30-C73C45AAA2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2876" y="11389026"/>
              <a:ext cx="395081" cy="45817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60562A3-B45B-DC97-7079-665250E98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2876" y="11389026"/>
              <a:ext cx="395081" cy="94536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77751036-795F-E441-50E8-4B0048A1A667}"/>
                </a:ext>
              </a:extLst>
            </p:cNvPr>
            <p:cNvSpPr/>
            <p:nvPr/>
          </p:nvSpPr>
          <p:spPr>
            <a:xfrm>
              <a:off x="5093433" y="11503558"/>
              <a:ext cx="715932" cy="674829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E1FD6B15-FE8F-C321-4E32-1685D016C6D8}"/>
                </a:ext>
              </a:extLst>
            </p:cNvPr>
            <p:cNvSpPr/>
            <p:nvPr/>
          </p:nvSpPr>
          <p:spPr>
            <a:xfrm>
              <a:off x="5194929" y="11611902"/>
              <a:ext cx="534003" cy="462332"/>
            </a:xfrm>
            <a:custGeom>
              <a:avLst/>
              <a:gdLst>
                <a:gd name="csX0" fmla="*/ 0 w 601133"/>
                <a:gd name="csY0" fmla="*/ 491066 h 516791"/>
                <a:gd name="csX1" fmla="*/ 228600 w 601133"/>
                <a:gd name="csY1" fmla="*/ 474133 h 516791"/>
                <a:gd name="csX2" fmla="*/ 406400 w 601133"/>
                <a:gd name="csY2" fmla="*/ 93133 h 516791"/>
                <a:gd name="csX3" fmla="*/ 601133 w 601133"/>
                <a:gd name="csY3" fmla="*/ 0 h 516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1133" h="516791">
                  <a:moveTo>
                    <a:pt x="0" y="491066"/>
                  </a:moveTo>
                  <a:cubicBezTo>
                    <a:pt x="80433" y="515760"/>
                    <a:pt x="160867" y="540455"/>
                    <a:pt x="228600" y="474133"/>
                  </a:cubicBezTo>
                  <a:cubicBezTo>
                    <a:pt x="296333" y="407811"/>
                    <a:pt x="344311" y="172155"/>
                    <a:pt x="406400" y="93133"/>
                  </a:cubicBezTo>
                  <a:cubicBezTo>
                    <a:pt x="468489" y="14111"/>
                    <a:pt x="534811" y="7055"/>
                    <a:pt x="601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D216984-809B-B78C-4E97-76F933B7F6D9}"/>
                </a:ext>
              </a:extLst>
            </p:cNvPr>
            <p:cNvCxnSpPr>
              <a:cxnSpLocks/>
              <a:endCxn id="130" idx="1"/>
            </p:cNvCxnSpPr>
            <p:nvPr/>
          </p:nvCxnSpPr>
          <p:spPr>
            <a:xfrm>
              <a:off x="4931080" y="11380758"/>
              <a:ext cx="162353" cy="460215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8616F2D4-1CD7-835D-09E1-BF0FE07648CA}"/>
                </a:ext>
              </a:extLst>
            </p:cNvPr>
            <p:cNvCxnSpPr>
              <a:cxnSpLocks/>
              <a:endCxn id="130" idx="1"/>
            </p:cNvCxnSpPr>
            <p:nvPr/>
          </p:nvCxnSpPr>
          <p:spPr>
            <a:xfrm flipV="1">
              <a:off x="4931080" y="11840973"/>
              <a:ext cx="162353" cy="49341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6CDB5F1-7ECE-AE48-996E-8C1EB7D5367E}"/>
                </a:ext>
              </a:extLst>
            </p:cNvPr>
            <p:cNvCxnSpPr>
              <a:cxnSpLocks/>
              <a:stCxn id="113" idx="6"/>
              <a:endCxn id="130" idx="1"/>
            </p:cNvCxnSpPr>
            <p:nvPr/>
          </p:nvCxnSpPr>
          <p:spPr>
            <a:xfrm flipV="1">
              <a:off x="4932787" y="11840973"/>
              <a:ext cx="160646" cy="623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5E85E9A7-9075-7A33-F952-FC71298D1639}"/>
                </a:ext>
              </a:extLst>
            </p:cNvPr>
            <p:cNvSpPr/>
            <p:nvPr/>
          </p:nvSpPr>
          <p:spPr>
            <a:xfrm>
              <a:off x="6349725" y="10889107"/>
              <a:ext cx="650288" cy="19451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0028CE6-A213-3B3A-AE0D-D6AA63D5362D}"/>
                </a:ext>
              </a:extLst>
            </p:cNvPr>
            <p:cNvSpPr/>
            <p:nvPr/>
          </p:nvSpPr>
          <p:spPr>
            <a:xfrm>
              <a:off x="6521965" y="11113126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563A5D9B-2ED9-B992-D6D8-DCD1A14149A7}"/>
                </a:ext>
              </a:extLst>
            </p:cNvPr>
            <p:cNvSpPr/>
            <p:nvPr/>
          </p:nvSpPr>
          <p:spPr>
            <a:xfrm>
              <a:off x="6521965" y="11673636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3C1921D2-29D5-6442-EBB8-6BFD05F9E1EB}"/>
                </a:ext>
              </a:extLst>
            </p:cNvPr>
            <p:cNvSpPr/>
            <p:nvPr/>
          </p:nvSpPr>
          <p:spPr>
            <a:xfrm>
              <a:off x="6529487" y="12249300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0FA282F3-E80B-4E46-ECD8-C85610894A04}"/>
                </a:ext>
              </a:extLst>
            </p:cNvPr>
            <p:cNvSpPr/>
            <p:nvPr/>
          </p:nvSpPr>
          <p:spPr>
            <a:xfrm>
              <a:off x="3059560" y="13032799"/>
              <a:ext cx="2900201" cy="19451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A98B23F-95F9-AD89-7891-BB3D92C047F8}"/>
                </a:ext>
              </a:extLst>
            </p:cNvPr>
            <p:cNvSpPr/>
            <p:nvPr/>
          </p:nvSpPr>
          <p:spPr>
            <a:xfrm>
              <a:off x="3216192" y="13850760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05064E98-27EE-C7D4-223E-FE3645728DC4}"/>
                </a:ext>
              </a:extLst>
            </p:cNvPr>
            <p:cNvSpPr/>
            <p:nvPr/>
          </p:nvSpPr>
          <p:spPr>
            <a:xfrm>
              <a:off x="3216192" y="13392582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65CD87F-5747-4BE1-C1E6-6D86ED8DB9E6}"/>
                </a:ext>
              </a:extLst>
            </p:cNvPr>
            <p:cNvSpPr/>
            <p:nvPr/>
          </p:nvSpPr>
          <p:spPr>
            <a:xfrm>
              <a:off x="3216192" y="14337944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190E6DF-113B-4AC9-7716-7411AA9CCD21}"/>
                </a:ext>
              </a:extLst>
            </p:cNvPr>
            <p:cNvSpPr/>
            <p:nvPr/>
          </p:nvSpPr>
          <p:spPr>
            <a:xfrm>
              <a:off x="3921222" y="13850760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2B7AC73-3466-9557-F1E5-90947B608511}"/>
                </a:ext>
              </a:extLst>
            </p:cNvPr>
            <p:cNvSpPr/>
            <p:nvPr/>
          </p:nvSpPr>
          <p:spPr>
            <a:xfrm>
              <a:off x="3921222" y="13392582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22A64E50-10F7-788F-465B-174B7039CC5F}"/>
                </a:ext>
              </a:extLst>
            </p:cNvPr>
            <p:cNvSpPr/>
            <p:nvPr/>
          </p:nvSpPr>
          <p:spPr>
            <a:xfrm>
              <a:off x="3919515" y="14339735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8E408F79-BD8B-F43E-B5A7-B77603EF7D4F}"/>
                </a:ext>
              </a:extLst>
            </p:cNvPr>
            <p:cNvCxnSpPr>
              <a:cxnSpLocks/>
              <a:stCxn id="141" idx="6"/>
              <a:endCxn id="144" idx="2"/>
            </p:cNvCxnSpPr>
            <p:nvPr/>
          </p:nvCxnSpPr>
          <p:spPr>
            <a:xfrm>
              <a:off x="3526139" y="13548583"/>
              <a:ext cx="395081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1F0C8F0-204B-1CC2-3704-60317498AFC5}"/>
                </a:ext>
              </a:extLst>
            </p:cNvPr>
            <p:cNvCxnSpPr>
              <a:cxnSpLocks/>
              <a:stCxn id="141" idx="6"/>
              <a:endCxn id="143" idx="2"/>
            </p:cNvCxnSpPr>
            <p:nvPr/>
          </p:nvCxnSpPr>
          <p:spPr>
            <a:xfrm>
              <a:off x="3526139" y="13548583"/>
              <a:ext cx="395081" cy="45817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7B11816-0B1D-5623-3496-3F488D7734A3}"/>
                </a:ext>
              </a:extLst>
            </p:cNvPr>
            <p:cNvCxnSpPr>
              <a:cxnSpLocks/>
              <a:stCxn id="143" idx="2"/>
              <a:endCxn id="142" idx="6"/>
            </p:cNvCxnSpPr>
            <p:nvPr/>
          </p:nvCxnSpPr>
          <p:spPr>
            <a:xfrm flipH="1">
              <a:off x="3526139" y="14006761"/>
              <a:ext cx="395081" cy="48718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925C79C-EC97-4B4E-EA9F-1F68BB8066CE}"/>
                </a:ext>
              </a:extLst>
            </p:cNvPr>
            <p:cNvCxnSpPr>
              <a:cxnSpLocks/>
              <a:stCxn id="141" idx="6"/>
              <a:endCxn id="145" idx="2"/>
            </p:cNvCxnSpPr>
            <p:nvPr/>
          </p:nvCxnSpPr>
          <p:spPr>
            <a:xfrm>
              <a:off x="3526139" y="13548583"/>
              <a:ext cx="393376" cy="94715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CE958764-277F-84A2-D213-CBF28A0BBA19}"/>
                </a:ext>
              </a:extLst>
            </p:cNvPr>
            <p:cNvSpPr/>
            <p:nvPr/>
          </p:nvSpPr>
          <p:spPr>
            <a:xfrm>
              <a:off x="4622838" y="13424333"/>
              <a:ext cx="209045" cy="2114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488F5BB-4D67-A5DB-A391-D6044EAD43A1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>
              <a:off x="3531090" y="14009902"/>
              <a:ext cx="388425" cy="48583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831A83F9-AB1C-A1E2-B870-7B0D0F6D6EEE}"/>
                </a:ext>
              </a:extLst>
            </p:cNvPr>
            <p:cNvCxnSpPr>
              <a:cxnSpLocks/>
              <a:stCxn id="142" idx="6"/>
              <a:endCxn id="145" idx="2"/>
            </p:cNvCxnSpPr>
            <p:nvPr/>
          </p:nvCxnSpPr>
          <p:spPr>
            <a:xfrm>
              <a:off x="3526139" y="14493944"/>
              <a:ext cx="393376" cy="179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E2467C8-57FC-58A6-2D78-8ADFBD7DE110}"/>
                </a:ext>
              </a:extLst>
            </p:cNvPr>
            <p:cNvCxnSpPr>
              <a:cxnSpLocks/>
            </p:cNvCxnSpPr>
            <p:nvPr/>
          </p:nvCxnSpPr>
          <p:spPr>
            <a:xfrm>
              <a:off x="3526139" y="14008110"/>
              <a:ext cx="393376" cy="179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25CFE0C1-1C20-A568-A6CB-1BB6F69F0DB2}"/>
                </a:ext>
              </a:extLst>
            </p:cNvPr>
            <p:cNvCxnSpPr>
              <a:cxnSpLocks/>
              <a:stCxn id="140" idx="6"/>
              <a:endCxn id="144" idx="2"/>
            </p:cNvCxnSpPr>
            <p:nvPr/>
          </p:nvCxnSpPr>
          <p:spPr>
            <a:xfrm flipV="1">
              <a:off x="3526139" y="13548583"/>
              <a:ext cx="395081" cy="45817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EA4B535-D376-52BC-EB11-DC2C834D768E}"/>
                </a:ext>
              </a:extLst>
            </p:cNvPr>
            <p:cNvCxnSpPr>
              <a:cxnSpLocks/>
              <a:stCxn id="142" idx="6"/>
              <a:endCxn id="144" idx="2"/>
            </p:cNvCxnSpPr>
            <p:nvPr/>
          </p:nvCxnSpPr>
          <p:spPr>
            <a:xfrm flipV="1">
              <a:off x="3526139" y="13548583"/>
              <a:ext cx="395081" cy="94536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6B261F5-07DD-A011-D152-F19138247ABA}"/>
                </a:ext>
              </a:extLst>
            </p:cNvPr>
            <p:cNvCxnSpPr/>
            <p:nvPr/>
          </p:nvCxnSpPr>
          <p:spPr>
            <a:xfrm>
              <a:off x="4232876" y="13548583"/>
              <a:ext cx="395081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7E47497-27B3-65DD-2F06-BCCD2A364194}"/>
                </a:ext>
              </a:extLst>
            </p:cNvPr>
            <p:cNvCxnSpPr>
              <a:cxnSpLocks/>
              <a:endCxn id="173" idx="2"/>
            </p:cNvCxnSpPr>
            <p:nvPr/>
          </p:nvCxnSpPr>
          <p:spPr>
            <a:xfrm>
              <a:off x="4232876" y="13580333"/>
              <a:ext cx="395081" cy="266306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9B67254-808E-F0B0-35D2-0377C271185E}"/>
                </a:ext>
              </a:extLst>
            </p:cNvPr>
            <p:cNvCxnSpPr>
              <a:cxnSpLocks/>
              <a:stCxn id="173" idx="2"/>
            </p:cNvCxnSpPr>
            <p:nvPr/>
          </p:nvCxnSpPr>
          <p:spPr>
            <a:xfrm flipH="1">
              <a:off x="4232876" y="13846639"/>
              <a:ext cx="395081" cy="679056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4374B31-011A-B05F-0197-9D238E5671FD}"/>
                </a:ext>
              </a:extLst>
            </p:cNvPr>
            <p:cNvCxnSpPr/>
            <p:nvPr/>
          </p:nvCxnSpPr>
          <p:spPr>
            <a:xfrm>
              <a:off x="4232876" y="13548583"/>
              <a:ext cx="393376" cy="94715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297A0F63-0032-785A-7684-6133FCD77A3B}"/>
                </a:ext>
              </a:extLst>
            </p:cNvPr>
            <p:cNvCxnSpPr>
              <a:cxnSpLocks/>
            </p:cNvCxnSpPr>
            <p:nvPr/>
          </p:nvCxnSpPr>
          <p:spPr>
            <a:xfrm>
              <a:off x="4237826" y="14009902"/>
              <a:ext cx="388425" cy="48583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2F0F29C-3576-6B0C-FE24-C2101AE1CDB6}"/>
                </a:ext>
              </a:extLst>
            </p:cNvPr>
            <p:cNvCxnSpPr>
              <a:cxnSpLocks/>
            </p:cNvCxnSpPr>
            <p:nvPr/>
          </p:nvCxnSpPr>
          <p:spPr>
            <a:xfrm>
              <a:off x="4232876" y="14493944"/>
              <a:ext cx="393376" cy="179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C74E8488-1EDA-0FFF-75D4-70B7180075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2876" y="13548583"/>
              <a:ext cx="395081" cy="45817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85A3EEAC-FAEB-EB29-89A8-A6B54FD989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2876" y="13548583"/>
              <a:ext cx="395081" cy="94536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2DE33141-DA42-C390-DEA5-B72258AD03AA}"/>
                </a:ext>
              </a:extLst>
            </p:cNvPr>
            <p:cNvSpPr/>
            <p:nvPr/>
          </p:nvSpPr>
          <p:spPr>
            <a:xfrm>
              <a:off x="5093433" y="13663115"/>
              <a:ext cx="715932" cy="674829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4321937-D06D-C2EE-3231-860565F758D9}"/>
                </a:ext>
              </a:extLst>
            </p:cNvPr>
            <p:cNvSpPr/>
            <p:nvPr/>
          </p:nvSpPr>
          <p:spPr>
            <a:xfrm>
              <a:off x="5194929" y="13771459"/>
              <a:ext cx="534003" cy="462332"/>
            </a:xfrm>
            <a:custGeom>
              <a:avLst/>
              <a:gdLst>
                <a:gd name="csX0" fmla="*/ 0 w 601133"/>
                <a:gd name="csY0" fmla="*/ 491066 h 516791"/>
                <a:gd name="csX1" fmla="*/ 228600 w 601133"/>
                <a:gd name="csY1" fmla="*/ 474133 h 516791"/>
                <a:gd name="csX2" fmla="*/ 406400 w 601133"/>
                <a:gd name="csY2" fmla="*/ 93133 h 516791"/>
                <a:gd name="csX3" fmla="*/ 601133 w 601133"/>
                <a:gd name="csY3" fmla="*/ 0 h 516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1133" h="516791">
                  <a:moveTo>
                    <a:pt x="0" y="491066"/>
                  </a:moveTo>
                  <a:cubicBezTo>
                    <a:pt x="80433" y="515760"/>
                    <a:pt x="160867" y="540455"/>
                    <a:pt x="228600" y="474133"/>
                  </a:cubicBezTo>
                  <a:cubicBezTo>
                    <a:pt x="296333" y="407811"/>
                    <a:pt x="344311" y="172155"/>
                    <a:pt x="406400" y="93133"/>
                  </a:cubicBezTo>
                  <a:cubicBezTo>
                    <a:pt x="468489" y="14111"/>
                    <a:pt x="534811" y="7055"/>
                    <a:pt x="601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10C9ED0-DAE7-1352-6C39-E7377F4612FA}"/>
                </a:ext>
              </a:extLst>
            </p:cNvPr>
            <p:cNvCxnSpPr>
              <a:cxnSpLocks/>
              <a:stCxn id="150" idx="6"/>
              <a:endCxn id="164" idx="1"/>
            </p:cNvCxnSpPr>
            <p:nvPr/>
          </p:nvCxnSpPr>
          <p:spPr>
            <a:xfrm>
              <a:off x="4831883" y="13530035"/>
              <a:ext cx="261550" cy="470495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1D32D5B-2842-6867-B21D-ED5B6D7ADC59}"/>
                </a:ext>
              </a:extLst>
            </p:cNvPr>
            <p:cNvCxnSpPr>
              <a:cxnSpLocks/>
              <a:stCxn id="175" idx="6"/>
              <a:endCxn id="164" idx="1"/>
            </p:cNvCxnSpPr>
            <p:nvPr/>
          </p:nvCxnSpPr>
          <p:spPr>
            <a:xfrm flipV="1">
              <a:off x="4840007" y="14000530"/>
              <a:ext cx="253426" cy="534267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0DE518F-FEA9-2216-E29F-18924F3314B1}"/>
                </a:ext>
              </a:extLst>
            </p:cNvPr>
            <p:cNvCxnSpPr>
              <a:cxnSpLocks/>
              <a:stCxn id="174" idx="6"/>
              <a:endCxn id="164" idx="1"/>
            </p:cNvCxnSpPr>
            <p:nvPr/>
          </p:nvCxnSpPr>
          <p:spPr>
            <a:xfrm flipV="1">
              <a:off x="4837002" y="14000530"/>
              <a:ext cx="256431" cy="19916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FA86686C-C572-5BF3-8A12-5C59E5C88505}"/>
                </a:ext>
              </a:extLst>
            </p:cNvPr>
            <p:cNvSpPr/>
            <p:nvPr/>
          </p:nvSpPr>
          <p:spPr>
            <a:xfrm>
              <a:off x="6349725" y="13048664"/>
              <a:ext cx="650288" cy="19451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47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FF5F9211-29C6-E955-D470-150DC0445946}"/>
                </a:ext>
              </a:extLst>
            </p:cNvPr>
            <p:cNvSpPr/>
            <p:nvPr/>
          </p:nvSpPr>
          <p:spPr>
            <a:xfrm>
              <a:off x="6523845" y="13249959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320416D0-1D2A-1BB1-DDBB-A814E656C0C9}"/>
                </a:ext>
              </a:extLst>
            </p:cNvPr>
            <p:cNvSpPr/>
            <p:nvPr/>
          </p:nvSpPr>
          <p:spPr>
            <a:xfrm>
              <a:off x="6521965" y="13668448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A9A8D18C-C54F-84BD-16F1-89B497EAE1F6}"/>
                </a:ext>
              </a:extLst>
            </p:cNvPr>
            <p:cNvSpPr/>
            <p:nvPr/>
          </p:nvSpPr>
          <p:spPr>
            <a:xfrm>
              <a:off x="6529487" y="14073687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0C4D2205-2C1D-C476-8A10-B34F56474581}"/>
                </a:ext>
              </a:extLst>
            </p:cNvPr>
            <p:cNvSpPr/>
            <p:nvPr/>
          </p:nvSpPr>
          <p:spPr>
            <a:xfrm>
              <a:off x="4627957" y="13740938"/>
              <a:ext cx="209045" cy="2114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6238A0C1-5EB8-8541-4F09-4CB7429EB5B9}"/>
                </a:ext>
              </a:extLst>
            </p:cNvPr>
            <p:cNvSpPr/>
            <p:nvPr/>
          </p:nvSpPr>
          <p:spPr>
            <a:xfrm>
              <a:off x="4627957" y="14093989"/>
              <a:ext cx="209045" cy="2114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8120BBEE-B3D7-65E7-A28C-FB9B9955D49E}"/>
                </a:ext>
              </a:extLst>
            </p:cNvPr>
            <p:cNvSpPr/>
            <p:nvPr/>
          </p:nvSpPr>
          <p:spPr>
            <a:xfrm>
              <a:off x="4630962" y="14429095"/>
              <a:ext cx="209045" cy="2114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00EEEC37-E080-7804-F181-A39BA5A55498}"/>
                </a:ext>
              </a:extLst>
            </p:cNvPr>
            <p:cNvCxnSpPr>
              <a:cxnSpLocks/>
              <a:stCxn id="144" idx="6"/>
              <a:endCxn id="174" idx="2"/>
            </p:cNvCxnSpPr>
            <p:nvPr/>
          </p:nvCxnSpPr>
          <p:spPr>
            <a:xfrm>
              <a:off x="4231170" y="13548582"/>
              <a:ext cx="396787" cy="651109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1ADAF97B-0F3E-FE40-3ADD-6FCE2BFF4DB1}"/>
                </a:ext>
              </a:extLst>
            </p:cNvPr>
            <p:cNvCxnSpPr>
              <a:cxnSpLocks/>
              <a:stCxn id="145" idx="6"/>
              <a:endCxn id="174" idx="2"/>
            </p:cNvCxnSpPr>
            <p:nvPr/>
          </p:nvCxnSpPr>
          <p:spPr>
            <a:xfrm flipV="1">
              <a:off x="4229463" y="14199691"/>
              <a:ext cx="398494" cy="29604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500532C0-C16E-FAB8-5D93-29071A9EA932}"/>
                </a:ext>
              </a:extLst>
            </p:cNvPr>
            <p:cNvCxnSpPr>
              <a:cxnSpLocks/>
              <a:stCxn id="143" idx="6"/>
              <a:endCxn id="173" idx="2"/>
            </p:cNvCxnSpPr>
            <p:nvPr/>
          </p:nvCxnSpPr>
          <p:spPr>
            <a:xfrm flipV="1">
              <a:off x="4231170" y="13846640"/>
              <a:ext cx="396787" cy="16012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C3CF4C92-202D-33F2-C85F-F6A8BD63AB71}"/>
                </a:ext>
              </a:extLst>
            </p:cNvPr>
            <p:cNvCxnSpPr>
              <a:cxnSpLocks/>
              <a:stCxn id="143" idx="6"/>
              <a:endCxn id="174" idx="2"/>
            </p:cNvCxnSpPr>
            <p:nvPr/>
          </p:nvCxnSpPr>
          <p:spPr>
            <a:xfrm>
              <a:off x="4231170" y="14006760"/>
              <a:ext cx="396787" cy="19293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687DA08-AE40-F8B9-2FBA-43C84750564D}"/>
                </a:ext>
              </a:extLst>
            </p:cNvPr>
            <p:cNvCxnSpPr>
              <a:cxnSpLocks/>
              <a:stCxn id="173" idx="6"/>
              <a:endCxn id="164" idx="1"/>
            </p:cNvCxnSpPr>
            <p:nvPr/>
          </p:nvCxnSpPr>
          <p:spPr>
            <a:xfrm>
              <a:off x="4837002" y="13846640"/>
              <a:ext cx="256431" cy="15389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EF3A44D1-60D9-A95F-317A-26A042C5872B}"/>
                </a:ext>
              </a:extLst>
            </p:cNvPr>
            <p:cNvSpPr/>
            <p:nvPr/>
          </p:nvSpPr>
          <p:spPr>
            <a:xfrm>
              <a:off x="6535128" y="14465665"/>
              <a:ext cx="309948" cy="31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54261EEB-2C1A-CD30-0306-E770EFE2BE21}"/>
                </a:ext>
              </a:extLst>
            </p:cNvPr>
            <p:cNvCxnSpPr>
              <a:cxnSpLocks/>
              <a:stCxn id="130" idx="3"/>
              <a:endCxn id="136" idx="2"/>
            </p:cNvCxnSpPr>
            <p:nvPr/>
          </p:nvCxnSpPr>
          <p:spPr>
            <a:xfrm flipV="1">
              <a:off x="5809365" y="11269126"/>
              <a:ext cx="712600" cy="571846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28690A83-26BF-E8E3-3B17-504643CF4636}"/>
                </a:ext>
              </a:extLst>
            </p:cNvPr>
            <p:cNvCxnSpPr>
              <a:cxnSpLocks/>
              <a:stCxn id="130" idx="3"/>
              <a:endCxn id="137" idx="2"/>
            </p:cNvCxnSpPr>
            <p:nvPr/>
          </p:nvCxnSpPr>
          <p:spPr>
            <a:xfrm flipV="1">
              <a:off x="5809365" y="11829637"/>
              <a:ext cx="712600" cy="11336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F1F8E605-25E2-BE35-2333-953AF5281CF7}"/>
                </a:ext>
              </a:extLst>
            </p:cNvPr>
            <p:cNvCxnSpPr>
              <a:cxnSpLocks/>
              <a:stCxn id="130" idx="3"/>
              <a:endCxn id="138" idx="2"/>
            </p:cNvCxnSpPr>
            <p:nvPr/>
          </p:nvCxnSpPr>
          <p:spPr>
            <a:xfrm>
              <a:off x="5809365" y="11840973"/>
              <a:ext cx="720122" cy="56432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727BD5E0-3A45-AD1C-4765-9067636684D2}"/>
                </a:ext>
              </a:extLst>
            </p:cNvPr>
            <p:cNvCxnSpPr>
              <a:cxnSpLocks/>
              <a:stCxn id="103" idx="2"/>
            </p:cNvCxnSpPr>
            <p:nvPr/>
          </p:nvCxnSpPr>
          <p:spPr>
            <a:xfrm flipH="1">
              <a:off x="1780313" y="11847204"/>
              <a:ext cx="1435879" cy="14503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C6B78BA8-961B-D56C-C043-EC42DB1E970B}"/>
                </a:ext>
              </a:extLst>
            </p:cNvPr>
            <p:cNvCxnSpPr>
              <a:cxnSpLocks/>
              <a:stCxn id="140" idx="2"/>
            </p:cNvCxnSpPr>
            <p:nvPr/>
          </p:nvCxnSpPr>
          <p:spPr>
            <a:xfrm flipH="1" flipV="1">
              <a:off x="1792846" y="11881111"/>
              <a:ext cx="1423346" cy="2125649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9B702E44-97F8-BE4E-D274-F5408A9A2E18}"/>
                </a:ext>
              </a:extLst>
            </p:cNvPr>
            <p:cNvCxnSpPr>
              <a:cxnSpLocks/>
              <a:stCxn id="164" idx="3"/>
              <a:endCxn id="170" idx="2"/>
            </p:cNvCxnSpPr>
            <p:nvPr/>
          </p:nvCxnSpPr>
          <p:spPr>
            <a:xfrm flipV="1">
              <a:off x="5809365" y="13405959"/>
              <a:ext cx="714480" cy="59457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F55AD848-1FC1-81B0-42A5-B1F545058FF8}"/>
                </a:ext>
              </a:extLst>
            </p:cNvPr>
            <p:cNvCxnSpPr>
              <a:cxnSpLocks/>
              <a:stCxn id="164" idx="3"/>
              <a:endCxn id="171" idx="2"/>
            </p:cNvCxnSpPr>
            <p:nvPr/>
          </p:nvCxnSpPr>
          <p:spPr>
            <a:xfrm flipV="1">
              <a:off x="5809365" y="13824449"/>
              <a:ext cx="712600" cy="17608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99B02A69-4488-2C74-5154-E47A52C7CE28}"/>
                </a:ext>
              </a:extLst>
            </p:cNvPr>
            <p:cNvCxnSpPr>
              <a:cxnSpLocks/>
              <a:stCxn id="164" idx="3"/>
              <a:endCxn id="172" idx="2"/>
            </p:cNvCxnSpPr>
            <p:nvPr/>
          </p:nvCxnSpPr>
          <p:spPr>
            <a:xfrm>
              <a:off x="5809365" y="14000529"/>
              <a:ext cx="720122" cy="22915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91D0F287-0272-6383-DFC7-4BDBF3328F3C}"/>
                </a:ext>
              </a:extLst>
            </p:cNvPr>
            <p:cNvCxnSpPr>
              <a:cxnSpLocks/>
              <a:stCxn id="164" idx="3"/>
              <a:endCxn id="181" idx="2"/>
            </p:cNvCxnSpPr>
            <p:nvPr/>
          </p:nvCxnSpPr>
          <p:spPr>
            <a:xfrm>
              <a:off x="5809365" y="14000529"/>
              <a:ext cx="725762" cy="621136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307CD1F-355B-BDF4-0B4C-E2FE50B673E3}"/>
                </a:ext>
              </a:extLst>
            </p:cNvPr>
            <p:cNvCxnSpPr>
              <a:cxnSpLocks/>
              <a:stCxn id="104" idx="2"/>
            </p:cNvCxnSpPr>
            <p:nvPr/>
          </p:nvCxnSpPr>
          <p:spPr>
            <a:xfrm flipH="1">
              <a:off x="1782430" y="11389026"/>
              <a:ext cx="1433762" cy="47746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6F8A8FAE-E401-15D2-474B-A1D559E866DA}"/>
                </a:ext>
              </a:extLst>
            </p:cNvPr>
            <p:cNvCxnSpPr>
              <a:cxnSpLocks/>
              <a:stCxn id="105" idx="2"/>
            </p:cNvCxnSpPr>
            <p:nvPr/>
          </p:nvCxnSpPr>
          <p:spPr>
            <a:xfrm flipH="1" flipV="1">
              <a:off x="1782430" y="11856927"/>
              <a:ext cx="1433762" cy="47746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10352641-B255-4A99-3C3D-EBF0BD91FF73}"/>
                </a:ext>
              </a:extLst>
            </p:cNvPr>
            <p:cNvCxnSpPr>
              <a:cxnSpLocks/>
              <a:stCxn id="141" idx="2"/>
            </p:cNvCxnSpPr>
            <p:nvPr/>
          </p:nvCxnSpPr>
          <p:spPr>
            <a:xfrm flipH="1" flipV="1">
              <a:off x="1782430" y="11866486"/>
              <a:ext cx="1433762" cy="1682096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1B3AAA39-1F25-21A4-0474-C0427BBB546F}"/>
                </a:ext>
              </a:extLst>
            </p:cNvPr>
            <p:cNvCxnSpPr>
              <a:cxnSpLocks/>
              <a:stCxn id="142" idx="2"/>
            </p:cNvCxnSpPr>
            <p:nvPr/>
          </p:nvCxnSpPr>
          <p:spPr>
            <a:xfrm flipH="1" flipV="1">
              <a:off x="1782430" y="11856927"/>
              <a:ext cx="1433762" cy="263701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886CA1C2-7A9E-061A-057B-ED143D828097}"/>
                </a:ext>
              </a:extLst>
            </p:cNvPr>
            <p:cNvSpPr txBox="1"/>
            <p:nvPr/>
          </p:nvSpPr>
          <p:spPr>
            <a:xfrm>
              <a:off x="3701685" y="10877584"/>
              <a:ext cx="1745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FC </a:t>
              </a:r>
              <a:r>
                <a:rPr lang="en-CA" dirty="0">
                  <a:latin typeface="Fira Sans" panose="020B0503050000020004" pitchFamily="34" charset="0"/>
                  <a:sym typeface="Wingdings" panose="05000000000000000000" pitchFamily="2" charset="2"/>
                </a:rPr>
                <a:t> 3, </a:t>
              </a:r>
              <a:r>
                <a:rPr lang="en-CA" i="1" dirty="0">
                  <a:latin typeface="Fira Sans" panose="020B0503050000020004" pitchFamily="34" charset="0"/>
                  <a:sym typeface="Wingdings" panose="05000000000000000000" pitchFamily="2" charset="2"/>
                </a:rPr>
                <a:t>p</a:t>
              </a:r>
              <a:r>
                <a:rPr lang="en-CA" dirty="0">
                  <a:latin typeface="Fira Sans" panose="020B0503050000020004" pitchFamily="34" charset="0"/>
                  <a:sym typeface="Wingdings" panose="05000000000000000000" pitchFamily="2" charset="2"/>
                </a:rPr>
                <a:t> = 0.3</a:t>
              </a:r>
              <a:r>
                <a:rPr lang="en-CA" dirty="0">
                  <a:latin typeface="Fira Sans" panose="020B0503050000020004" pitchFamily="34" charset="0"/>
                </a:rPr>
                <a:t> </a:t>
              </a:r>
              <a:endParaRPr lang="en-CA" b="1" dirty="0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CDA126CB-BEEA-21B4-4C71-61B64A88CD6D}"/>
                </a:ext>
              </a:extLst>
            </p:cNvPr>
            <p:cNvSpPr txBox="1"/>
            <p:nvPr/>
          </p:nvSpPr>
          <p:spPr>
            <a:xfrm>
              <a:off x="3638185" y="13042027"/>
              <a:ext cx="1745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FC </a:t>
              </a:r>
              <a:r>
                <a:rPr lang="en-CA" dirty="0">
                  <a:latin typeface="Fira Sans" panose="020B0503050000020004" pitchFamily="34" charset="0"/>
                  <a:sym typeface="Wingdings" panose="05000000000000000000" pitchFamily="2" charset="2"/>
                </a:rPr>
                <a:t> 4, </a:t>
              </a:r>
              <a:r>
                <a:rPr lang="en-CA" i="1" dirty="0">
                  <a:latin typeface="Fira Sans" panose="020B0503050000020004" pitchFamily="34" charset="0"/>
                  <a:sym typeface="Wingdings" panose="05000000000000000000" pitchFamily="2" charset="2"/>
                </a:rPr>
                <a:t>p</a:t>
              </a:r>
              <a:r>
                <a:rPr lang="en-CA" dirty="0">
                  <a:latin typeface="Fira Sans" panose="020B0503050000020004" pitchFamily="34" charset="0"/>
                  <a:sym typeface="Wingdings" panose="05000000000000000000" pitchFamily="2" charset="2"/>
                </a:rPr>
                <a:t> = 0.3</a:t>
              </a:r>
              <a:r>
                <a:rPr lang="en-CA" dirty="0">
                  <a:latin typeface="Fira Sans" panose="020B0503050000020004" pitchFamily="34" charset="0"/>
                </a:rPr>
                <a:t> </a:t>
              </a:r>
              <a:endParaRPr lang="en-CA" b="1" dirty="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8A54616B-0D9B-A889-38C8-BF267AA78D46}"/>
                </a:ext>
              </a:extLst>
            </p:cNvPr>
            <p:cNvSpPr txBox="1"/>
            <p:nvPr/>
          </p:nvSpPr>
          <p:spPr>
            <a:xfrm>
              <a:off x="7043039" y="11389026"/>
              <a:ext cx="17452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3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Anatomical</a:t>
              </a:r>
            </a:p>
            <a:p>
              <a:r>
                <a:rPr lang="en-CA" dirty="0">
                  <a:latin typeface="Fira Sans" panose="020B0503050000020004" pitchFamily="34" charset="0"/>
                </a:rPr>
                <a:t>Planes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AFD03740-CDDD-744B-0BA5-E6F91584FDCE}"/>
                </a:ext>
              </a:extLst>
            </p:cNvPr>
            <p:cNvSpPr txBox="1"/>
            <p:nvPr/>
          </p:nvSpPr>
          <p:spPr>
            <a:xfrm>
              <a:off x="7043038" y="13570614"/>
              <a:ext cx="17452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4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Tumour</a:t>
              </a:r>
            </a:p>
            <a:p>
              <a:r>
                <a:rPr lang="en-CA" dirty="0">
                  <a:latin typeface="Fira Sans" panose="020B0503050000020004" pitchFamily="34" charset="0"/>
                </a:rPr>
                <a:t>Classes</a:t>
              </a:r>
            </a:p>
          </p:txBody>
        </p: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A5BE3EA7-8D9C-1F74-5947-49ABB5150050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4530766" y="3098799"/>
              <a:ext cx="2281" cy="224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7CE8D7D-54BD-E012-429D-4E00B06A7145}"/>
                </a:ext>
              </a:extLst>
            </p:cNvPr>
            <p:cNvCxnSpPr>
              <a:stCxn id="7" idx="2"/>
            </p:cNvCxnSpPr>
            <p:nvPr/>
          </p:nvCxnSpPr>
          <p:spPr>
            <a:xfrm>
              <a:off x="4533047" y="4254500"/>
              <a:ext cx="3825" cy="2242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D7A02BD6-95C3-E73E-8289-A62C7DDB8550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4562525" y="5410199"/>
              <a:ext cx="0" cy="224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779FB33D-4982-3F35-EEF2-BD7087BC527C}"/>
                </a:ext>
              </a:extLst>
            </p:cNvPr>
            <p:cNvCxnSpPr>
              <a:cxnSpLocks/>
            </p:cNvCxnSpPr>
            <p:nvPr/>
          </p:nvCxnSpPr>
          <p:spPr>
            <a:xfrm>
              <a:off x="4585049" y="6565900"/>
              <a:ext cx="6445" cy="6869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C8077255-305C-2612-8324-3D55368EF499}"/>
                </a:ext>
              </a:extLst>
            </p:cNvPr>
            <p:cNvCxnSpPr>
              <a:cxnSpLocks/>
              <a:stCxn id="72" idx="2"/>
              <a:endCxn id="83" idx="0"/>
            </p:cNvCxnSpPr>
            <p:nvPr/>
          </p:nvCxnSpPr>
          <p:spPr>
            <a:xfrm>
              <a:off x="4625358" y="8147184"/>
              <a:ext cx="0" cy="2836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C6CA6EA8-88D9-B5E7-1C5E-37930D7386FD}"/>
                </a:ext>
              </a:extLst>
            </p:cNvPr>
            <p:cNvSpPr txBox="1"/>
            <p:nvPr/>
          </p:nvSpPr>
          <p:spPr>
            <a:xfrm>
              <a:off x="4298239" y="9629567"/>
              <a:ext cx="9168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i="1" dirty="0">
                  <a:latin typeface="Fira Sans" panose="020B0503050000020004" pitchFamily="34" charset="0"/>
                  <a:sym typeface="Wingdings" panose="05000000000000000000" pitchFamily="2" charset="2"/>
                </a:rPr>
                <a:t>p</a:t>
              </a:r>
              <a:r>
                <a:rPr lang="en-CA" dirty="0">
                  <a:latin typeface="Fira Sans" panose="020B0503050000020004" pitchFamily="34" charset="0"/>
                  <a:sym typeface="Wingdings" panose="05000000000000000000" pitchFamily="2" charset="2"/>
                </a:rPr>
                <a:t> = 0.2</a:t>
              </a:r>
              <a:r>
                <a:rPr lang="en-CA" dirty="0">
                  <a:latin typeface="Fira Sans" panose="020B0503050000020004" pitchFamily="34" charset="0"/>
                </a:rPr>
                <a:t> </a:t>
              </a:r>
              <a:endParaRPr lang="en-CA" b="1" dirty="0"/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C159D659-ED11-42FF-CF01-D3C5118E89E5}"/>
                </a:ext>
              </a:extLst>
            </p:cNvPr>
            <p:cNvCxnSpPr/>
            <p:nvPr/>
          </p:nvCxnSpPr>
          <p:spPr>
            <a:xfrm>
              <a:off x="3718560" y="4940564"/>
              <a:ext cx="2864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C6B7EC28-5E8E-C994-F0AE-EC6511FFF50A}"/>
                </a:ext>
              </a:extLst>
            </p:cNvPr>
            <p:cNvCxnSpPr/>
            <p:nvPr/>
          </p:nvCxnSpPr>
          <p:spPr>
            <a:xfrm>
              <a:off x="5083828" y="4938288"/>
              <a:ext cx="324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CFBD5A9A-0168-B59D-03D8-D7C98778487A}"/>
                </a:ext>
              </a:extLst>
            </p:cNvPr>
            <p:cNvCxnSpPr/>
            <p:nvPr/>
          </p:nvCxnSpPr>
          <p:spPr>
            <a:xfrm>
              <a:off x="4165146" y="7691120"/>
              <a:ext cx="9820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27" name="Picture 226">
              <a:extLst>
                <a:ext uri="{FF2B5EF4-FFF2-40B4-BE49-F238E27FC236}">
                  <a16:creationId xmlns:a16="http://schemas.microsoft.com/office/drawing/2014/main" id="{E21B9456-59CC-3AF7-3D43-54104FFAE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4328" y="438814"/>
              <a:ext cx="818686" cy="818686"/>
            </a:xfrm>
            <a:prstGeom prst="rect">
              <a:avLst/>
            </a:prstGeom>
          </p:spPr>
        </p:pic>
        <p:cxnSp>
          <p:nvCxnSpPr>
            <p:cNvPr id="229" name="Connector: Elbow 228">
              <a:extLst>
                <a:ext uri="{FF2B5EF4-FFF2-40B4-BE49-F238E27FC236}">
                  <a16:creationId xmlns:a16="http://schemas.microsoft.com/office/drawing/2014/main" id="{95989522-2556-F91B-CC77-117ABA21265F}"/>
                </a:ext>
              </a:extLst>
            </p:cNvPr>
            <p:cNvCxnSpPr>
              <a:stCxn id="227" idx="2"/>
              <a:endCxn id="6" idx="1"/>
            </p:cNvCxnSpPr>
            <p:nvPr/>
          </p:nvCxnSpPr>
          <p:spPr>
            <a:xfrm rot="5400000">
              <a:off x="3035336" y="924717"/>
              <a:ext cx="1375552" cy="2041119"/>
            </a:xfrm>
            <a:prstGeom prst="bentConnector4">
              <a:avLst>
                <a:gd name="adj1" fmla="val 55229"/>
                <a:gd name="adj2" fmla="val 1224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E4212171-AEE1-930C-69F2-5044C0E5879C}"/>
                </a:ext>
              </a:extLst>
            </p:cNvPr>
            <p:cNvSpPr txBox="1"/>
            <p:nvPr/>
          </p:nvSpPr>
          <p:spPr>
            <a:xfrm>
              <a:off x="5119674" y="405916"/>
              <a:ext cx="17452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Input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MRI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19DA5808-7165-AFEB-C811-894C26A78B5C}"/>
                </a:ext>
              </a:extLst>
            </p:cNvPr>
            <p:cNvSpPr txBox="1"/>
            <p:nvPr/>
          </p:nvSpPr>
          <p:spPr>
            <a:xfrm>
              <a:off x="5096414" y="937975"/>
              <a:ext cx="1745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128</a:t>
              </a:r>
              <a:r>
                <a:rPr lang="en-CA" dirty="0"/>
                <a:t>×</a:t>
              </a:r>
              <a:r>
                <a:rPr lang="en-CA" dirty="0">
                  <a:latin typeface="Fira Sans" panose="020B0503050000020004" pitchFamily="34" charset="0"/>
                </a:rPr>
                <a:t>128 </a:t>
              </a:r>
              <a:endParaRPr lang="en-CA" b="1" dirty="0"/>
            </a:p>
          </p:txBody>
        </p: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937BFCC0-8CC0-8DFF-9A27-837357D4D111}"/>
                </a:ext>
              </a:extLst>
            </p:cNvPr>
            <p:cNvGrpSpPr/>
            <p:nvPr/>
          </p:nvGrpSpPr>
          <p:grpSpPr>
            <a:xfrm>
              <a:off x="6528312" y="416054"/>
              <a:ext cx="795353" cy="811612"/>
              <a:chOff x="6481011" y="547484"/>
              <a:chExt cx="952500" cy="923330"/>
            </a:xfrm>
          </p:grpSpPr>
          <p:sp>
            <p:nvSpPr>
              <p:cNvPr id="234" name="Rectangle: Rounded Corners 233">
                <a:extLst>
                  <a:ext uri="{FF2B5EF4-FFF2-40B4-BE49-F238E27FC236}">
                    <a16:creationId xmlns:a16="http://schemas.microsoft.com/office/drawing/2014/main" id="{0955213F-BE9F-B1C9-497E-7B33CE299CDA}"/>
                  </a:ext>
                </a:extLst>
              </p:cNvPr>
              <p:cNvSpPr/>
              <p:nvPr/>
            </p:nvSpPr>
            <p:spPr>
              <a:xfrm>
                <a:off x="6481011" y="547484"/>
                <a:ext cx="952500" cy="923330"/>
              </a:xfrm>
              <a:prstGeom prst="roundRect">
                <a:avLst/>
              </a:prstGeom>
              <a:solidFill>
                <a:schemeClr val="tx1"/>
              </a:solidFill>
              <a:ln w="9842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EF57503B-8571-98C9-68E6-7C89BBFEFC56}"/>
                  </a:ext>
                </a:extLst>
              </p:cNvPr>
              <p:cNvGrpSpPr/>
              <p:nvPr/>
            </p:nvGrpSpPr>
            <p:grpSpPr>
              <a:xfrm>
                <a:off x="6575203" y="620527"/>
                <a:ext cx="764116" cy="748074"/>
                <a:chOff x="6587067" y="625643"/>
                <a:chExt cx="764116" cy="748074"/>
              </a:xfrm>
            </p:grpSpPr>
            <p:cxnSp>
              <p:nvCxnSpPr>
                <p:cNvPr id="236" name="Straight Arrow Connector 235">
                  <a:extLst>
                    <a:ext uri="{FF2B5EF4-FFF2-40B4-BE49-F238E27FC236}">
                      <a16:creationId xmlns:a16="http://schemas.microsoft.com/office/drawing/2014/main" id="{E942D593-679E-FCDE-3A95-3F106E2598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84108" y="625643"/>
                  <a:ext cx="0" cy="729894"/>
                </a:xfrm>
                <a:prstGeom prst="straightConnector1">
                  <a:avLst/>
                </a:prstGeom>
                <a:ln w="47625">
                  <a:solidFill>
                    <a:schemeClr val="bg1"/>
                  </a:solidFill>
                  <a:prstDash val="solid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DF274B49-3348-3E8D-F5F0-682620B0ADBE}"/>
                    </a:ext>
                  </a:extLst>
                </p:cNvPr>
                <p:cNvCxnSpPr/>
                <p:nvPr/>
              </p:nvCxnSpPr>
              <p:spPr>
                <a:xfrm>
                  <a:off x="6587067" y="1373717"/>
                  <a:ext cx="764116" cy="0"/>
                </a:xfrm>
                <a:prstGeom prst="line">
                  <a:avLst/>
                </a:prstGeom>
                <a:ln w="47625">
                  <a:solidFill>
                    <a:schemeClr val="bg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9" name="Connector: Elbow 238">
              <a:extLst>
                <a:ext uri="{FF2B5EF4-FFF2-40B4-BE49-F238E27FC236}">
                  <a16:creationId xmlns:a16="http://schemas.microsoft.com/office/drawing/2014/main" id="{DA9E7158-39DE-A52F-96DA-D8F6FDF2935E}"/>
                </a:ext>
              </a:extLst>
            </p:cNvPr>
            <p:cNvCxnSpPr>
              <a:cxnSpLocks/>
              <a:stCxn id="234" idx="2"/>
              <a:endCxn id="6" idx="3"/>
            </p:cNvCxnSpPr>
            <p:nvPr/>
          </p:nvCxnSpPr>
          <p:spPr>
            <a:xfrm rot="5400000">
              <a:off x="5939792" y="1646855"/>
              <a:ext cx="1405386" cy="56700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1CE2F9E5-2E59-C995-BAEF-DD54A6C0E389}"/>
                </a:ext>
              </a:extLst>
            </p:cNvPr>
            <p:cNvSpPr txBox="1"/>
            <p:nvPr/>
          </p:nvSpPr>
          <p:spPr>
            <a:xfrm>
              <a:off x="7304074" y="431316"/>
              <a:ext cx="17452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Fira Sans" panose="020B0503050000020004" pitchFamily="34" charset="0"/>
                </a:rPr>
                <a:t>ImageNet-1K</a:t>
              </a:r>
              <a:br>
                <a:rPr lang="en-CA" dirty="0">
                  <a:latin typeface="Fira Sans" panose="020B0503050000020004" pitchFamily="34" charset="0"/>
                </a:rPr>
              </a:br>
              <a:r>
                <a:rPr lang="en-CA" dirty="0">
                  <a:latin typeface="Fira Sans" panose="020B0503050000020004" pitchFamily="34" charset="0"/>
                </a:rPr>
                <a:t>Weights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845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987</TotalTime>
  <Words>127</Words>
  <Application>Microsoft Office PowerPoint</Application>
  <PresentationFormat>Custom</PresentationFormat>
  <Paragraphs>54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Fira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Rafael Noriega Cedeno</dc:creator>
  <cp:lastModifiedBy>José Noriega</cp:lastModifiedBy>
  <cp:revision>1</cp:revision>
  <dcterms:created xsi:type="dcterms:W3CDTF">2026-05-15T04:49:01Z</dcterms:created>
  <dcterms:modified xsi:type="dcterms:W3CDTF">2026-05-20T02:33:18Z</dcterms:modified>
</cp:coreProperties>
</file>